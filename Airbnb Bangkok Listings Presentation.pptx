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gJslAwLUTjCZv2n9SjxKyibUBX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45C8C8-A39E-4A7E-B5B9-2740D2D3B551}">
  <a:tblStyle styleId="{E145C8C8-A39E-4A7E-B5B9-2740D2D3B5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9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rgbClr val="0D0D0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" type="body"/>
          </p:nvPr>
        </p:nvSpPr>
        <p:spPr>
          <a:xfrm>
            <a:off x="1057147" y="2268220"/>
            <a:ext cx="9587865" cy="38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ctrTitle"/>
          </p:nvPr>
        </p:nvSpPr>
        <p:spPr>
          <a:xfrm>
            <a:off x="1102867" y="830580"/>
            <a:ext cx="9986264" cy="799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rgbClr val="0D0D0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rgbClr val="0D0D0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>
                <a:solidFill>
                  <a:srgbClr val="0D0D0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762000" y="826324"/>
            <a:ext cx="0" cy="914400"/>
          </a:xfrm>
          <a:custGeom>
            <a:rect b="b" l="l" r="r" t="t"/>
            <a:pathLst>
              <a:path extrusionOk="0" h="914400" w="1200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7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0" u="none" cap="none" strike="noStrike">
                <a:solidFill>
                  <a:srgbClr val="0D0D0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7"/>
          <p:cNvSpPr txBox="1"/>
          <p:nvPr>
            <p:ph idx="1" type="body"/>
          </p:nvPr>
        </p:nvSpPr>
        <p:spPr>
          <a:xfrm>
            <a:off x="1057147" y="2268220"/>
            <a:ext cx="9587865" cy="38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11" Type="http://schemas.openxmlformats.org/officeDocument/2006/relationships/image" Target="../media/image17.png"/><Relationship Id="rId22" Type="http://schemas.openxmlformats.org/officeDocument/2006/relationships/image" Target="../media/image30.png"/><Relationship Id="rId10" Type="http://schemas.openxmlformats.org/officeDocument/2006/relationships/image" Target="../media/image15.png"/><Relationship Id="rId21" Type="http://schemas.openxmlformats.org/officeDocument/2006/relationships/image" Target="../media/image23.png"/><Relationship Id="rId13" Type="http://schemas.openxmlformats.org/officeDocument/2006/relationships/image" Target="../media/image28.png"/><Relationship Id="rId24" Type="http://schemas.openxmlformats.org/officeDocument/2006/relationships/image" Target="../media/image29.png"/><Relationship Id="rId12" Type="http://schemas.openxmlformats.org/officeDocument/2006/relationships/image" Target="../media/image18.png"/><Relationship Id="rId23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15" Type="http://schemas.openxmlformats.org/officeDocument/2006/relationships/image" Target="../media/image22.png"/><Relationship Id="rId14" Type="http://schemas.openxmlformats.org/officeDocument/2006/relationships/image" Target="../media/image21.png"/><Relationship Id="rId17" Type="http://schemas.openxmlformats.org/officeDocument/2006/relationships/image" Target="../media/image27.png"/><Relationship Id="rId16" Type="http://schemas.openxmlformats.org/officeDocument/2006/relationships/image" Target="../media/image24.png"/><Relationship Id="rId5" Type="http://schemas.openxmlformats.org/officeDocument/2006/relationships/image" Target="../media/image11.png"/><Relationship Id="rId19" Type="http://schemas.openxmlformats.org/officeDocument/2006/relationships/image" Target="../media/image19.png"/><Relationship Id="rId6" Type="http://schemas.openxmlformats.org/officeDocument/2006/relationships/image" Target="../media/image12.png"/><Relationship Id="rId18" Type="http://schemas.openxmlformats.org/officeDocument/2006/relationships/image" Target="../media/image20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2192001" cy="4572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/>
          <p:nvPr/>
        </p:nvSpPr>
        <p:spPr>
          <a:xfrm>
            <a:off x="8386842" y="5264105"/>
            <a:ext cx="0" cy="914400"/>
          </a:xfrm>
          <a:custGeom>
            <a:rect b="b" l="l" r="r" t="t"/>
            <a:pathLst>
              <a:path extrusionOk="0" h="914400" w="1200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1482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 txBox="1"/>
          <p:nvPr/>
        </p:nvSpPr>
        <p:spPr>
          <a:xfrm>
            <a:off x="611537" y="4506774"/>
            <a:ext cx="6364500" cy="2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3025">
            <a:spAutoFit/>
          </a:bodyPr>
          <a:lstStyle/>
          <a:p>
            <a:pPr indent="0" lvl="0" marL="15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D0D0D"/>
                </a:solidFill>
                <a:latin typeface="Trebuchet MS"/>
                <a:ea typeface="Trebuchet MS"/>
                <a:cs typeface="Trebuchet MS"/>
                <a:sym typeface="Trebuchet MS"/>
              </a:rPr>
              <a:t>DATA ANALYTICS PROJECT</a:t>
            </a:r>
            <a:endParaRPr sz="5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lang="en-US" sz="1800">
                <a:solidFill>
                  <a:srgbClr val="0D0D0D"/>
                </a:solidFill>
              </a:rPr>
              <a:t>Hieu Nguyen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689340" y="5330444"/>
            <a:ext cx="2985135" cy="56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0" lvl="0" marL="12700" marR="5080" rtl="0" algn="l">
              <a:lnSpc>
                <a:spcPct val="11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Airbnb Listing Trends and Pricing Insights for First-Time Hosts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2"/>
          <p:cNvGrpSpPr/>
          <p:nvPr/>
        </p:nvGrpSpPr>
        <p:grpSpPr>
          <a:xfrm>
            <a:off x="-1" y="0"/>
            <a:ext cx="12192000" cy="6858000"/>
            <a:chOff x="-1" y="0"/>
            <a:chExt cx="12192000" cy="6858000"/>
          </a:xfrm>
        </p:grpSpPr>
        <p:pic>
          <p:nvPicPr>
            <p:cNvPr id="53" name="Google Shape;5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" y="10"/>
              <a:ext cx="12191980" cy="68579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2"/>
            <p:cNvSpPr/>
            <p:nvPr/>
          </p:nvSpPr>
          <p:spPr>
            <a:xfrm>
              <a:off x="-1" y="0"/>
              <a:ext cx="7552690" cy="6858000"/>
            </a:xfrm>
            <a:custGeom>
              <a:rect b="b" l="l" r="r" t="t"/>
              <a:pathLst>
                <a:path extrusionOk="0" h="6858000" w="7552690">
                  <a:moveTo>
                    <a:pt x="7552264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552264" y="6857999"/>
                  </a:lnTo>
                  <a:lnTo>
                    <a:pt x="7552264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55" name="Google Shape;55;p2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AGENDA</a:t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62000" y="826324"/>
            <a:ext cx="0" cy="914400"/>
          </a:xfrm>
          <a:custGeom>
            <a:rect b="b" l="l" r="r" t="t"/>
            <a:pathLst>
              <a:path extrusionOk="0" h="914400" w="1200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1057147" y="2121916"/>
            <a:ext cx="2338070" cy="2424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0">
            <a:spAutoFit/>
          </a:bodyPr>
          <a:lstStyle/>
          <a:p>
            <a:pPr indent="-191770" lvl="0" marL="204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200"/>
              <a:buFont typeface="Noto Sans Symbols"/>
              <a:buChar char="▪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1CADE4"/>
              </a:buClr>
              <a:buSzPts val="2200"/>
              <a:buFont typeface="Noto Sans Symbols"/>
              <a:buChar char="▪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Goals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rgbClr val="1CADE4"/>
              </a:buClr>
              <a:buSzPts val="2200"/>
              <a:buFont typeface="Noto Sans Symbols"/>
              <a:buChar char="▪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1CADE4"/>
              </a:buClr>
              <a:buSzPts val="2200"/>
              <a:buFont typeface="Noto Sans Symbols"/>
              <a:buChar char="▪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Findings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20447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1CADE4"/>
              </a:buClr>
              <a:buSzPts val="2200"/>
              <a:buFont typeface="Noto Sans Symbols"/>
              <a:buChar char="▪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762000" y="826324"/>
            <a:ext cx="0" cy="914400"/>
          </a:xfrm>
          <a:custGeom>
            <a:rect b="b" l="l" r="r" t="t"/>
            <a:pathLst>
              <a:path extrusionOk="0" h="914400" w="120000">
                <a:moveTo>
                  <a:pt x="0" y="91440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63" name="Google Shape;63;p3"/>
          <p:cNvSpPr txBox="1"/>
          <p:nvPr>
            <p:ph type="ctrTitle"/>
          </p:nvPr>
        </p:nvSpPr>
        <p:spPr>
          <a:xfrm>
            <a:off x="1102867" y="830580"/>
            <a:ext cx="9986264" cy="799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1057147" y="2268220"/>
            <a:ext cx="8846185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12700" marR="508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382AC"/>
                </a:solidFill>
                <a:latin typeface="Calibri"/>
                <a:ea typeface="Calibri"/>
                <a:cs typeface="Calibri"/>
                <a:sym typeface="Calibri"/>
              </a:rPr>
              <a:t>First-time Airbnb hosts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are unsure how and what they need to consider when pricing their rental on the platform.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9" name="Google Shape;69;p4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GOALS</a:t>
            </a:r>
            <a:endParaRPr/>
          </a:p>
        </p:txBody>
      </p:sp>
      <p:sp>
        <p:nvSpPr>
          <p:cNvPr id="70" name="Google Shape;70;p4"/>
          <p:cNvSpPr txBox="1"/>
          <p:nvPr>
            <p:ph idx="1" type="body"/>
          </p:nvPr>
        </p:nvSpPr>
        <p:spPr>
          <a:xfrm>
            <a:off x="1057147" y="2268220"/>
            <a:ext cx="9587865" cy="38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104139" marR="26034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Goal 1: </a:t>
            </a:r>
            <a:r>
              <a:rPr b="0" lang="en-US" sz="2200">
                <a:latin typeface="Calibri"/>
                <a:ea typeface="Calibri"/>
                <a:cs typeface="Calibri"/>
                <a:sym typeface="Calibri"/>
              </a:rPr>
              <a:t>To extract and share relevant insights from the Airbnb listing data which can help with decision-making.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04139" marR="1035050" rtl="0" algn="l">
              <a:lnSpc>
                <a:spcPct val="109090"/>
              </a:lnSpc>
              <a:spcBef>
                <a:spcPts val="1295"/>
              </a:spcBef>
              <a:spcAft>
                <a:spcPts val="0"/>
              </a:spcAft>
              <a:buNone/>
            </a:pPr>
            <a:r>
              <a:rPr lang="en-US" sz="2200"/>
              <a:t>Goal 2: </a:t>
            </a:r>
            <a:r>
              <a:rPr b="0" lang="en-US" sz="2200">
                <a:latin typeface="Calibri"/>
                <a:ea typeface="Calibri"/>
                <a:cs typeface="Calibri"/>
                <a:sym typeface="Calibri"/>
              </a:rPr>
              <a:t>To provide pricing recommendations to first-time hosts so they can maximize their long-term rental revenue.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44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u="sng">
                <a:latin typeface="Calibri"/>
                <a:ea typeface="Calibri"/>
                <a:cs typeface="Calibri"/>
                <a:sym typeface="Calibri"/>
              </a:rPr>
              <a:t>Main Questions:</a:t>
            </a:r>
            <a:endParaRPr/>
          </a:p>
          <a:p>
            <a:pPr indent="-342900" lvl="0" marL="638810" marR="227329" rtl="0" algn="l">
              <a:lnSpc>
                <a:spcPct val="104499"/>
              </a:lnSpc>
              <a:spcBef>
                <a:spcPts val="153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Noto Sans Symbols"/>
              <a:buChar char="▪"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What factors have more influence on price, and how do the relationships vary across different settings?</a:t>
            </a:r>
            <a:endParaRPr/>
          </a:p>
          <a:p>
            <a:pPr indent="-342900" lvl="0" marL="638810" marR="5080" rtl="0" algn="l">
              <a:lnSpc>
                <a:spcPct val="110500"/>
              </a:lnSpc>
              <a:spcBef>
                <a:spcPts val="141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Noto Sans Symbols"/>
              <a:buChar char="▪"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How should first-time Airbnb host price their property so that they can get appropriate revenue?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5" name="Google Shape;75;p5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DATA: OVERVIEW</a:t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1057147" y="2123947"/>
            <a:ext cx="8781415" cy="3014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5575">
            <a:spAutoFit/>
          </a:bodyPr>
          <a:lstStyle/>
          <a:p>
            <a:pPr indent="-207010" lvl="0" marL="2197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400"/>
              <a:buFont typeface="Noto Sans Symbols"/>
              <a:buChar char="▪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Data: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Airbnb Listings in Bangkok, Thailand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07010" lvl="0" marL="21971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1CADE4"/>
              </a:buClr>
              <a:buSzPts val="2400"/>
              <a:buFont typeface="Noto Sans Symbols"/>
              <a:buChar char="▪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insideairbnb.com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07010" lvl="0" marL="219710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1CADE4"/>
              </a:buClr>
              <a:buSzPts val="2400"/>
              <a:buFont typeface="Noto Sans Symbols"/>
              <a:buChar char="▪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September 22, 2023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07010" lvl="0" marL="21971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1CADE4"/>
              </a:buClr>
              <a:buSzPts val="2400"/>
              <a:buFont typeface="Noto Sans Symbols"/>
              <a:buChar char="▪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Size: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75 columns, 20,824 rows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07010" lvl="0" marL="219710" marR="5080" rtl="0" algn="l">
              <a:lnSpc>
                <a:spcPct val="154166"/>
              </a:lnSpc>
              <a:spcBef>
                <a:spcPts val="370"/>
              </a:spcBef>
              <a:spcAft>
                <a:spcPts val="0"/>
              </a:spcAft>
              <a:buClr>
                <a:srgbClr val="1CADE4"/>
              </a:buClr>
              <a:buSzPts val="2400"/>
              <a:buFont typeface="Noto Sans Symbols"/>
              <a:buChar char="▪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Fields: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neighbourhood, room type, price, bedrooms, bathrooms, accommodates, 	minimum nights, number of reviews, etc.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81" name="Google Shape;81;p6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DATA: EXTREME OUTLIERS</a:t>
            </a:r>
            <a:endParaRPr/>
          </a:p>
        </p:txBody>
      </p:sp>
      <p:pic>
        <p:nvPicPr>
          <p:cNvPr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9920" y="2635368"/>
            <a:ext cx="4280815" cy="33375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 txBox="1"/>
          <p:nvPr/>
        </p:nvSpPr>
        <p:spPr>
          <a:xfrm>
            <a:off x="1536312" y="5865866"/>
            <a:ext cx="1631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1192680" y="5536573"/>
            <a:ext cx="5060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$100,000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1192680" y="5200419"/>
            <a:ext cx="5060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$200,000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1192680" y="4871126"/>
            <a:ext cx="5060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$300,000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1192680" y="4534972"/>
            <a:ext cx="5060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$400,000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1192680" y="4205678"/>
            <a:ext cx="5060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$500,000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1192680" y="3869525"/>
            <a:ext cx="5060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$600,000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1192680" y="3204078"/>
            <a:ext cx="506095" cy="50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$800,000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t/>
            </a:r>
            <a:endParaRPr sz="9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$700,000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1192680" y="2874784"/>
            <a:ext cx="5060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$900,000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1099311" y="2538630"/>
            <a:ext cx="5822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$1,000,000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2692425" y="2202476"/>
            <a:ext cx="234315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Price Distribution (Before)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129777" y="2626792"/>
            <a:ext cx="4411345" cy="0"/>
          </a:xfrm>
          <a:custGeom>
            <a:rect b="b" l="l" r="r" t="t"/>
            <a:pathLst>
              <a:path extrusionOk="0" h="120000" w="4411345">
                <a:moveTo>
                  <a:pt x="0" y="0"/>
                </a:moveTo>
                <a:lnTo>
                  <a:pt x="4411160" y="0"/>
                </a:lnTo>
              </a:path>
            </a:pathLst>
          </a:custGeom>
          <a:noFill/>
          <a:ln cap="flat" cmpd="sng" w="102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9777" y="3184190"/>
            <a:ext cx="4418020" cy="28024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 txBox="1"/>
          <p:nvPr/>
        </p:nvSpPr>
        <p:spPr>
          <a:xfrm>
            <a:off x="6690483" y="5886446"/>
            <a:ext cx="313690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$0.00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6471982" y="5323904"/>
            <a:ext cx="533400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$2,000.00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6471982" y="4768222"/>
            <a:ext cx="533400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$4,000.00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6471982" y="4205678"/>
            <a:ext cx="533400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$6,000.00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6471982" y="3649996"/>
            <a:ext cx="533400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$8,000.00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6409415" y="3087453"/>
            <a:ext cx="5822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$10,000.00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6409415" y="2531770"/>
            <a:ext cx="58229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$12,000.00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8030922" y="2216197"/>
            <a:ext cx="2206625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Price Distribution (After)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08" name="Google Shape;108;p7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DATA: MAJOR CHANGES</a:t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1606985" y="2066036"/>
            <a:ext cx="6139815" cy="298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Dropped 48 irrelevant and incomplete columns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Removed all hotel-related listings (obvious ones)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720725" rtl="0" algn="l">
              <a:lnSpc>
                <a:spcPct val="1522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Removed listings with certain values in an abnormal range Replaced values above 30 in “minimum_nights” with 30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Added “region” column to categorize districts into groups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Added “min_night_cat” to categorize minimum nights into groups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5965" y="4393939"/>
            <a:ext cx="236199" cy="23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5965" y="4797473"/>
            <a:ext cx="236199" cy="23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7"/>
          <p:cNvGrpSpPr/>
          <p:nvPr/>
        </p:nvGrpSpPr>
        <p:grpSpPr>
          <a:xfrm>
            <a:off x="1313902" y="2327456"/>
            <a:ext cx="220346" cy="67310"/>
            <a:chOff x="1313902" y="2327456"/>
            <a:chExt cx="220346" cy="67310"/>
          </a:xfrm>
        </p:grpSpPr>
        <p:sp>
          <p:nvSpPr>
            <p:cNvPr id="113" name="Google Shape;113;p7"/>
            <p:cNvSpPr/>
            <p:nvPr/>
          </p:nvSpPr>
          <p:spPr>
            <a:xfrm>
              <a:off x="1313902" y="2327456"/>
              <a:ext cx="220345" cy="67310"/>
            </a:xfrm>
            <a:custGeom>
              <a:rect b="b" l="l" r="r" t="t"/>
              <a:pathLst>
                <a:path extrusionOk="0" h="67310" w="220344">
                  <a:moveTo>
                    <a:pt x="220324" y="0"/>
                  </a:moveTo>
                  <a:lnTo>
                    <a:pt x="0" y="0"/>
                  </a:lnTo>
                  <a:lnTo>
                    <a:pt x="0" y="66987"/>
                  </a:lnTo>
                  <a:lnTo>
                    <a:pt x="220324" y="66987"/>
                  </a:lnTo>
                  <a:lnTo>
                    <a:pt x="22032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1313903" y="2327456"/>
              <a:ext cx="220345" cy="67310"/>
            </a:xfrm>
            <a:custGeom>
              <a:rect b="b" l="l" r="r" t="t"/>
              <a:pathLst>
                <a:path extrusionOk="0" h="67310" w="220344">
                  <a:moveTo>
                    <a:pt x="0" y="0"/>
                  </a:moveTo>
                  <a:lnTo>
                    <a:pt x="220324" y="0"/>
                  </a:lnTo>
                  <a:lnTo>
                    <a:pt x="220324" y="66987"/>
                  </a:lnTo>
                  <a:lnTo>
                    <a:pt x="0" y="6698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5875">
              <a:solidFill>
                <a:srgbClr val="0647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7"/>
          <p:cNvGrpSpPr/>
          <p:nvPr/>
        </p:nvGrpSpPr>
        <p:grpSpPr>
          <a:xfrm>
            <a:off x="1313902" y="2779561"/>
            <a:ext cx="220346" cy="67310"/>
            <a:chOff x="1313902" y="2779561"/>
            <a:chExt cx="220346" cy="67310"/>
          </a:xfrm>
        </p:grpSpPr>
        <p:sp>
          <p:nvSpPr>
            <p:cNvPr id="116" name="Google Shape;116;p7"/>
            <p:cNvSpPr/>
            <p:nvPr/>
          </p:nvSpPr>
          <p:spPr>
            <a:xfrm>
              <a:off x="1313902" y="2779561"/>
              <a:ext cx="220345" cy="67310"/>
            </a:xfrm>
            <a:custGeom>
              <a:rect b="b" l="l" r="r" t="t"/>
              <a:pathLst>
                <a:path extrusionOk="0" h="67310" w="220344">
                  <a:moveTo>
                    <a:pt x="220324" y="0"/>
                  </a:moveTo>
                  <a:lnTo>
                    <a:pt x="0" y="0"/>
                  </a:lnTo>
                  <a:lnTo>
                    <a:pt x="0" y="66987"/>
                  </a:lnTo>
                  <a:lnTo>
                    <a:pt x="220324" y="66987"/>
                  </a:lnTo>
                  <a:lnTo>
                    <a:pt x="22032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1313903" y="2779561"/>
              <a:ext cx="220345" cy="67310"/>
            </a:xfrm>
            <a:custGeom>
              <a:rect b="b" l="l" r="r" t="t"/>
              <a:pathLst>
                <a:path extrusionOk="0" h="67310" w="220344">
                  <a:moveTo>
                    <a:pt x="0" y="0"/>
                  </a:moveTo>
                  <a:lnTo>
                    <a:pt x="220324" y="0"/>
                  </a:lnTo>
                  <a:lnTo>
                    <a:pt x="220324" y="66987"/>
                  </a:lnTo>
                  <a:lnTo>
                    <a:pt x="0" y="6698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5875">
              <a:solidFill>
                <a:srgbClr val="0647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7"/>
          <p:cNvGrpSpPr/>
          <p:nvPr/>
        </p:nvGrpSpPr>
        <p:grpSpPr>
          <a:xfrm>
            <a:off x="1328891" y="3615410"/>
            <a:ext cx="220346" cy="67310"/>
            <a:chOff x="1328891" y="3615410"/>
            <a:chExt cx="220346" cy="67310"/>
          </a:xfrm>
        </p:grpSpPr>
        <p:sp>
          <p:nvSpPr>
            <p:cNvPr id="119" name="Google Shape;119;p7"/>
            <p:cNvSpPr/>
            <p:nvPr/>
          </p:nvSpPr>
          <p:spPr>
            <a:xfrm>
              <a:off x="1328892" y="3615410"/>
              <a:ext cx="220345" cy="67310"/>
            </a:xfrm>
            <a:custGeom>
              <a:rect b="b" l="l" r="r" t="t"/>
              <a:pathLst>
                <a:path extrusionOk="0" h="67310" w="220344">
                  <a:moveTo>
                    <a:pt x="220323" y="0"/>
                  </a:moveTo>
                  <a:lnTo>
                    <a:pt x="0" y="0"/>
                  </a:lnTo>
                  <a:lnTo>
                    <a:pt x="0" y="66987"/>
                  </a:lnTo>
                  <a:lnTo>
                    <a:pt x="220323" y="66987"/>
                  </a:lnTo>
                  <a:lnTo>
                    <a:pt x="22032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1328891" y="3615410"/>
              <a:ext cx="220345" cy="67310"/>
            </a:xfrm>
            <a:custGeom>
              <a:rect b="b" l="l" r="r" t="t"/>
              <a:pathLst>
                <a:path extrusionOk="0" h="67310" w="220344">
                  <a:moveTo>
                    <a:pt x="0" y="0"/>
                  </a:moveTo>
                  <a:lnTo>
                    <a:pt x="220324" y="0"/>
                  </a:lnTo>
                  <a:lnTo>
                    <a:pt x="220324" y="66987"/>
                  </a:lnTo>
                  <a:lnTo>
                    <a:pt x="0" y="6698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5875">
              <a:solidFill>
                <a:srgbClr val="0647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1313902" y="3199286"/>
            <a:ext cx="220346" cy="67310"/>
            <a:chOff x="1313902" y="3199286"/>
            <a:chExt cx="220346" cy="67310"/>
          </a:xfrm>
        </p:grpSpPr>
        <p:sp>
          <p:nvSpPr>
            <p:cNvPr id="122" name="Google Shape;122;p7"/>
            <p:cNvSpPr/>
            <p:nvPr/>
          </p:nvSpPr>
          <p:spPr>
            <a:xfrm>
              <a:off x="1313902" y="3199286"/>
              <a:ext cx="220345" cy="67310"/>
            </a:xfrm>
            <a:custGeom>
              <a:rect b="b" l="l" r="r" t="t"/>
              <a:pathLst>
                <a:path extrusionOk="0" h="67310" w="220344">
                  <a:moveTo>
                    <a:pt x="220324" y="0"/>
                  </a:moveTo>
                  <a:lnTo>
                    <a:pt x="0" y="0"/>
                  </a:lnTo>
                  <a:lnTo>
                    <a:pt x="0" y="66987"/>
                  </a:lnTo>
                  <a:lnTo>
                    <a:pt x="220324" y="66987"/>
                  </a:lnTo>
                  <a:lnTo>
                    <a:pt x="22032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1313903" y="3199286"/>
              <a:ext cx="220345" cy="67310"/>
            </a:xfrm>
            <a:custGeom>
              <a:rect b="b" l="l" r="r" t="t"/>
              <a:pathLst>
                <a:path extrusionOk="0" h="67310" w="220344">
                  <a:moveTo>
                    <a:pt x="0" y="0"/>
                  </a:moveTo>
                  <a:lnTo>
                    <a:pt x="220324" y="0"/>
                  </a:lnTo>
                  <a:lnTo>
                    <a:pt x="220324" y="66987"/>
                  </a:lnTo>
                  <a:lnTo>
                    <a:pt x="0" y="6698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5875">
              <a:solidFill>
                <a:srgbClr val="0647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28" name="Google Shape;128;p8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PRICE OVERALL</a:t>
            </a:r>
            <a:endParaRPr/>
          </a:p>
        </p:txBody>
      </p:sp>
      <p:grpSp>
        <p:nvGrpSpPr>
          <p:cNvPr id="129" name="Google Shape;129;p8"/>
          <p:cNvGrpSpPr/>
          <p:nvPr/>
        </p:nvGrpSpPr>
        <p:grpSpPr>
          <a:xfrm>
            <a:off x="1392936" y="2382011"/>
            <a:ext cx="5447030" cy="3835995"/>
            <a:chOff x="1392936" y="2382011"/>
            <a:chExt cx="5447030" cy="3835995"/>
          </a:xfrm>
        </p:grpSpPr>
        <p:sp>
          <p:nvSpPr>
            <p:cNvPr id="130" name="Google Shape;130;p8"/>
            <p:cNvSpPr/>
            <p:nvPr/>
          </p:nvSpPr>
          <p:spPr>
            <a:xfrm>
              <a:off x="1392936" y="2691383"/>
              <a:ext cx="5447030" cy="3517900"/>
            </a:xfrm>
            <a:custGeom>
              <a:rect b="b" l="l" r="r" t="t"/>
              <a:pathLst>
                <a:path extrusionOk="0" h="3517900" w="5447030">
                  <a:moveTo>
                    <a:pt x="112776" y="3084576"/>
                  </a:moveTo>
                  <a:lnTo>
                    <a:pt x="0" y="3084576"/>
                  </a:lnTo>
                  <a:lnTo>
                    <a:pt x="0" y="3517392"/>
                  </a:lnTo>
                  <a:lnTo>
                    <a:pt x="112776" y="3517392"/>
                  </a:lnTo>
                  <a:lnTo>
                    <a:pt x="112776" y="3084576"/>
                  </a:lnTo>
                  <a:close/>
                </a:path>
                <a:path extrusionOk="0" h="3517900" w="5447030">
                  <a:moveTo>
                    <a:pt x="225552" y="2154936"/>
                  </a:moveTo>
                  <a:lnTo>
                    <a:pt x="115824" y="2154936"/>
                  </a:lnTo>
                  <a:lnTo>
                    <a:pt x="115824" y="3517392"/>
                  </a:lnTo>
                  <a:lnTo>
                    <a:pt x="225552" y="3517392"/>
                  </a:lnTo>
                  <a:lnTo>
                    <a:pt x="225552" y="2154936"/>
                  </a:lnTo>
                  <a:close/>
                </a:path>
                <a:path extrusionOk="0" h="3517900" w="5447030">
                  <a:moveTo>
                    <a:pt x="350520" y="856488"/>
                  </a:moveTo>
                  <a:lnTo>
                    <a:pt x="228600" y="856488"/>
                  </a:lnTo>
                  <a:lnTo>
                    <a:pt x="228600" y="3517392"/>
                  </a:lnTo>
                  <a:lnTo>
                    <a:pt x="350520" y="3517392"/>
                  </a:lnTo>
                  <a:lnTo>
                    <a:pt x="350520" y="856488"/>
                  </a:lnTo>
                  <a:close/>
                </a:path>
                <a:path extrusionOk="0" h="3517900" w="5447030">
                  <a:moveTo>
                    <a:pt x="463296" y="0"/>
                  </a:moveTo>
                  <a:lnTo>
                    <a:pt x="353568" y="0"/>
                  </a:lnTo>
                  <a:lnTo>
                    <a:pt x="353568" y="3517392"/>
                  </a:lnTo>
                  <a:lnTo>
                    <a:pt x="463296" y="3517392"/>
                  </a:lnTo>
                  <a:lnTo>
                    <a:pt x="463296" y="0"/>
                  </a:lnTo>
                  <a:close/>
                </a:path>
                <a:path extrusionOk="0" h="3517900" w="5447030">
                  <a:moveTo>
                    <a:pt x="579120" y="277368"/>
                  </a:moveTo>
                  <a:lnTo>
                    <a:pt x="466344" y="277368"/>
                  </a:lnTo>
                  <a:lnTo>
                    <a:pt x="466344" y="3517392"/>
                  </a:lnTo>
                  <a:lnTo>
                    <a:pt x="579120" y="3517392"/>
                  </a:lnTo>
                  <a:lnTo>
                    <a:pt x="579120" y="277368"/>
                  </a:lnTo>
                  <a:close/>
                </a:path>
                <a:path extrusionOk="0" h="3517900" w="5447030">
                  <a:moveTo>
                    <a:pt x="691896" y="658368"/>
                  </a:moveTo>
                  <a:lnTo>
                    <a:pt x="582168" y="658368"/>
                  </a:lnTo>
                  <a:lnTo>
                    <a:pt x="582168" y="3517392"/>
                  </a:lnTo>
                  <a:lnTo>
                    <a:pt x="691896" y="3517392"/>
                  </a:lnTo>
                  <a:lnTo>
                    <a:pt x="691896" y="658368"/>
                  </a:lnTo>
                  <a:close/>
                </a:path>
                <a:path extrusionOk="0" h="3517900" w="5447030">
                  <a:moveTo>
                    <a:pt x="807720" y="902208"/>
                  </a:moveTo>
                  <a:lnTo>
                    <a:pt x="694944" y="902208"/>
                  </a:lnTo>
                  <a:lnTo>
                    <a:pt x="694944" y="3517392"/>
                  </a:lnTo>
                  <a:lnTo>
                    <a:pt x="807720" y="3517392"/>
                  </a:lnTo>
                  <a:lnTo>
                    <a:pt x="807720" y="902208"/>
                  </a:lnTo>
                  <a:close/>
                </a:path>
                <a:path extrusionOk="0" h="3517900" w="5447030">
                  <a:moveTo>
                    <a:pt x="920496" y="1886712"/>
                  </a:moveTo>
                  <a:lnTo>
                    <a:pt x="810768" y="1886712"/>
                  </a:lnTo>
                  <a:lnTo>
                    <a:pt x="810768" y="3517392"/>
                  </a:lnTo>
                  <a:lnTo>
                    <a:pt x="920496" y="3517392"/>
                  </a:lnTo>
                  <a:lnTo>
                    <a:pt x="920496" y="1886712"/>
                  </a:lnTo>
                  <a:close/>
                </a:path>
                <a:path extrusionOk="0" h="3517900" w="5447030">
                  <a:moveTo>
                    <a:pt x="1045464" y="2350008"/>
                  </a:moveTo>
                  <a:lnTo>
                    <a:pt x="923544" y="2350008"/>
                  </a:lnTo>
                  <a:lnTo>
                    <a:pt x="923544" y="3517392"/>
                  </a:lnTo>
                  <a:lnTo>
                    <a:pt x="1045464" y="3517392"/>
                  </a:lnTo>
                  <a:lnTo>
                    <a:pt x="1045464" y="2350008"/>
                  </a:lnTo>
                  <a:close/>
                </a:path>
                <a:path extrusionOk="0" h="3517900" w="5447030">
                  <a:moveTo>
                    <a:pt x="1158240" y="2356104"/>
                  </a:moveTo>
                  <a:lnTo>
                    <a:pt x="1048512" y="2356104"/>
                  </a:lnTo>
                  <a:lnTo>
                    <a:pt x="1048512" y="3517392"/>
                  </a:lnTo>
                  <a:lnTo>
                    <a:pt x="1158240" y="3517392"/>
                  </a:lnTo>
                  <a:lnTo>
                    <a:pt x="1158240" y="2356104"/>
                  </a:lnTo>
                  <a:close/>
                </a:path>
                <a:path extrusionOk="0" h="3517900" w="5447030">
                  <a:moveTo>
                    <a:pt x="1274064" y="2767584"/>
                  </a:moveTo>
                  <a:lnTo>
                    <a:pt x="1161288" y="2767584"/>
                  </a:lnTo>
                  <a:lnTo>
                    <a:pt x="1161288" y="3517392"/>
                  </a:lnTo>
                  <a:lnTo>
                    <a:pt x="1274064" y="3517392"/>
                  </a:lnTo>
                  <a:lnTo>
                    <a:pt x="1274064" y="2767584"/>
                  </a:lnTo>
                  <a:close/>
                </a:path>
                <a:path extrusionOk="0" h="3517900" w="5447030">
                  <a:moveTo>
                    <a:pt x="1386840" y="3081528"/>
                  </a:moveTo>
                  <a:lnTo>
                    <a:pt x="1277112" y="3081528"/>
                  </a:lnTo>
                  <a:lnTo>
                    <a:pt x="1277112" y="3517392"/>
                  </a:lnTo>
                  <a:lnTo>
                    <a:pt x="1386840" y="3517392"/>
                  </a:lnTo>
                  <a:lnTo>
                    <a:pt x="1386840" y="3081528"/>
                  </a:lnTo>
                  <a:close/>
                </a:path>
                <a:path extrusionOk="0" h="3517900" w="5447030">
                  <a:moveTo>
                    <a:pt x="1502664" y="2788920"/>
                  </a:moveTo>
                  <a:lnTo>
                    <a:pt x="1389888" y="2788920"/>
                  </a:lnTo>
                  <a:lnTo>
                    <a:pt x="1389888" y="3517392"/>
                  </a:lnTo>
                  <a:lnTo>
                    <a:pt x="1502664" y="3517392"/>
                  </a:lnTo>
                  <a:lnTo>
                    <a:pt x="1502664" y="2788920"/>
                  </a:lnTo>
                  <a:close/>
                </a:path>
                <a:path extrusionOk="0" h="3517900" w="5447030">
                  <a:moveTo>
                    <a:pt x="1615440" y="2993136"/>
                  </a:moveTo>
                  <a:lnTo>
                    <a:pt x="1505712" y="2993136"/>
                  </a:lnTo>
                  <a:lnTo>
                    <a:pt x="1505712" y="3517392"/>
                  </a:lnTo>
                  <a:lnTo>
                    <a:pt x="1615440" y="3517392"/>
                  </a:lnTo>
                  <a:lnTo>
                    <a:pt x="1615440" y="2993136"/>
                  </a:lnTo>
                  <a:close/>
                </a:path>
                <a:path extrusionOk="0" h="3517900" w="5447030">
                  <a:moveTo>
                    <a:pt x="1740408" y="3044952"/>
                  </a:moveTo>
                  <a:lnTo>
                    <a:pt x="1618488" y="3044952"/>
                  </a:lnTo>
                  <a:lnTo>
                    <a:pt x="1618488" y="3517392"/>
                  </a:lnTo>
                  <a:lnTo>
                    <a:pt x="1740408" y="3517392"/>
                  </a:lnTo>
                  <a:lnTo>
                    <a:pt x="1740408" y="3044952"/>
                  </a:lnTo>
                  <a:close/>
                </a:path>
                <a:path extrusionOk="0" h="3517900" w="5447030">
                  <a:moveTo>
                    <a:pt x="1856232" y="3200400"/>
                  </a:moveTo>
                  <a:lnTo>
                    <a:pt x="1743456" y="3200400"/>
                  </a:lnTo>
                  <a:lnTo>
                    <a:pt x="1743456" y="3517392"/>
                  </a:lnTo>
                  <a:lnTo>
                    <a:pt x="1856232" y="3517392"/>
                  </a:lnTo>
                  <a:lnTo>
                    <a:pt x="1856232" y="3200400"/>
                  </a:lnTo>
                  <a:close/>
                </a:path>
                <a:path extrusionOk="0" h="3517900" w="5447030">
                  <a:moveTo>
                    <a:pt x="1969008" y="3291840"/>
                  </a:moveTo>
                  <a:lnTo>
                    <a:pt x="1859267" y="3291840"/>
                  </a:lnTo>
                  <a:lnTo>
                    <a:pt x="1859267" y="3517392"/>
                  </a:lnTo>
                  <a:lnTo>
                    <a:pt x="1969008" y="3517392"/>
                  </a:lnTo>
                  <a:lnTo>
                    <a:pt x="1969008" y="3291840"/>
                  </a:lnTo>
                  <a:close/>
                </a:path>
                <a:path extrusionOk="0" h="3517900" w="5447030">
                  <a:moveTo>
                    <a:pt x="2084832" y="3136392"/>
                  </a:moveTo>
                  <a:lnTo>
                    <a:pt x="1972056" y="3136392"/>
                  </a:lnTo>
                  <a:lnTo>
                    <a:pt x="1972056" y="3517392"/>
                  </a:lnTo>
                  <a:lnTo>
                    <a:pt x="2084832" y="3517392"/>
                  </a:lnTo>
                  <a:lnTo>
                    <a:pt x="2084832" y="3136392"/>
                  </a:lnTo>
                  <a:close/>
                </a:path>
                <a:path extrusionOk="0" h="3517900" w="5447030">
                  <a:moveTo>
                    <a:pt x="2197608" y="3364992"/>
                  </a:moveTo>
                  <a:lnTo>
                    <a:pt x="2087880" y="3364992"/>
                  </a:lnTo>
                  <a:lnTo>
                    <a:pt x="2087880" y="3517392"/>
                  </a:lnTo>
                  <a:lnTo>
                    <a:pt x="2197608" y="3517392"/>
                  </a:lnTo>
                  <a:lnTo>
                    <a:pt x="2197608" y="3364992"/>
                  </a:lnTo>
                  <a:close/>
                </a:path>
                <a:path extrusionOk="0" h="3517900" w="5447030">
                  <a:moveTo>
                    <a:pt x="2322576" y="3154680"/>
                  </a:moveTo>
                  <a:lnTo>
                    <a:pt x="2200656" y="3154680"/>
                  </a:lnTo>
                  <a:lnTo>
                    <a:pt x="2200656" y="3517392"/>
                  </a:lnTo>
                  <a:lnTo>
                    <a:pt x="2322576" y="3517392"/>
                  </a:lnTo>
                  <a:lnTo>
                    <a:pt x="2322576" y="3154680"/>
                  </a:lnTo>
                  <a:close/>
                </a:path>
                <a:path extrusionOk="0" h="3517900" w="5447030">
                  <a:moveTo>
                    <a:pt x="2435352" y="3413760"/>
                  </a:moveTo>
                  <a:lnTo>
                    <a:pt x="2325624" y="3413760"/>
                  </a:lnTo>
                  <a:lnTo>
                    <a:pt x="2325624" y="3517392"/>
                  </a:lnTo>
                  <a:lnTo>
                    <a:pt x="2435352" y="3517392"/>
                  </a:lnTo>
                  <a:lnTo>
                    <a:pt x="2435352" y="3413760"/>
                  </a:lnTo>
                  <a:close/>
                </a:path>
                <a:path extrusionOk="0" h="3517900" w="5447030">
                  <a:moveTo>
                    <a:pt x="2551176" y="3401568"/>
                  </a:moveTo>
                  <a:lnTo>
                    <a:pt x="2438400" y="3401568"/>
                  </a:lnTo>
                  <a:lnTo>
                    <a:pt x="2438400" y="3517392"/>
                  </a:lnTo>
                  <a:lnTo>
                    <a:pt x="2551176" y="3517392"/>
                  </a:lnTo>
                  <a:lnTo>
                    <a:pt x="2551176" y="3401568"/>
                  </a:lnTo>
                  <a:close/>
                </a:path>
                <a:path extrusionOk="0" h="3517900" w="5447030">
                  <a:moveTo>
                    <a:pt x="2663952" y="3374136"/>
                  </a:moveTo>
                  <a:lnTo>
                    <a:pt x="2554224" y="3374136"/>
                  </a:lnTo>
                  <a:lnTo>
                    <a:pt x="2554224" y="3517392"/>
                  </a:lnTo>
                  <a:lnTo>
                    <a:pt x="2663952" y="3517392"/>
                  </a:lnTo>
                  <a:lnTo>
                    <a:pt x="2663952" y="3374136"/>
                  </a:lnTo>
                  <a:close/>
                </a:path>
                <a:path extrusionOk="0" h="3517900" w="5447030">
                  <a:moveTo>
                    <a:pt x="2779776" y="3416808"/>
                  </a:moveTo>
                  <a:lnTo>
                    <a:pt x="2667000" y="3416808"/>
                  </a:lnTo>
                  <a:lnTo>
                    <a:pt x="2667000" y="3517392"/>
                  </a:lnTo>
                  <a:lnTo>
                    <a:pt x="2779776" y="3517392"/>
                  </a:lnTo>
                  <a:lnTo>
                    <a:pt x="2779776" y="3416808"/>
                  </a:lnTo>
                  <a:close/>
                </a:path>
                <a:path extrusionOk="0" h="3517900" w="5447030">
                  <a:moveTo>
                    <a:pt x="2892552" y="3429000"/>
                  </a:moveTo>
                  <a:lnTo>
                    <a:pt x="2782824" y="3429000"/>
                  </a:lnTo>
                  <a:lnTo>
                    <a:pt x="2782824" y="3517392"/>
                  </a:lnTo>
                  <a:lnTo>
                    <a:pt x="2892552" y="3517392"/>
                  </a:lnTo>
                  <a:lnTo>
                    <a:pt x="2892552" y="3429000"/>
                  </a:lnTo>
                  <a:close/>
                </a:path>
                <a:path extrusionOk="0" h="3517900" w="5447030">
                  <a:moveTo>
                    <a:pt x="3017520" y="3340608"/>
                  </a:moveTo>
                  <a:lnTo>
                    <a:pt x="2895600" y="3340608"/>
                  </a:lnTo>
                  <a:lnTo>
                    <a:pt x="2895600" y="3517392"/>
                  </a:lnTo>
                  <a:lnTo>
                    <a:pt x="3017520" y="3517392"/>
                  </a:lnTo>
                  <a:lnTo>
                    <a:pt x="3017520" y="3340608"/>
                  </a:lnTo>
                  <a:close/>
                </a:path>
                <a:path extrusionOk="0" h="3517900" w="5447030">
                  <a:moveTo>
                    <a:pt x="3130296" y="3456432"/>
                  </a:moveTo>
                  <a:lnTo>
                    <a:pt x="3020568" y="3456432"/>
                  </a:lnTo>
                  <a:lnTo>
                    <a:pt x="3020568" y="3517392"/>
                  </a:lnTo>
                  <a:lnTo>
                    <a:pt x="3130296" y="3517392"/>
                  </a:lnTo>
                  <a:lnTo>
                    <a:pt x="3130296" y="3456432"/>
                  </a:lnTo>
                  <a:close/>
                </a:path>
                <a:path extrusionOk="0" h="3517900" w="5447030">
                  <a:moveTo>
                    <a:pt x="3246120" y="3416808"/>
                  </a:moveTo>
                  <a:lnTo>
                    <a:pt x="3133344" y="3416808"/>
                  </a:lnTo>
                  <a:lnTo>
                    <a:pt x="3133344" y="3517392"/>
                  </a:lnTo>
                  <a:lnTo>
                    <a:pt x="3246120" y="3517392"/>
                  </a:lnTo>
                  <a:lnTo>
                    <a:pt x="3246120" y="3416808"/>
                  </a:lnTo>
                  <a:close/>
                </a:path>
                <a:path extrusionOk="0" h="3517900" w="5447030">
                  <a:moveTo>
                    <a:pt x="3358896" y="3471672"/>
                  </a:moveTo>
                  <a:lnTo>
                    <a:pt x="3249168" y="3471672"/>
                  </a:lnTo>
                  <a:lnTo>
                    <a:pt x="3249168" y="3517392"/>
                  </a:lnTo>
                  <a:lnTo>
                    <a:pt x="3358896" y="3517392"/>
                  </a:lnTo>
                  <a:lnTo>
                    <a:pt x="3358896" y="3471672"/>
                  </a:lnTo>
                  <a:close/>
                </a:path>
                <a:path extrusionOk="0" h="3517900" w="5447030">
                  <a:moveTo>
                    <a:pt x="3474720" y="3432048"/>
                  </a:moveTo>
                  <a:lnTo>
                    <a:pt x="3361944" y="3432048"/>
                  </a:lnTo>
                  <a:lnTo>
                    <a:pt x="3361944" y="3517392"/>
                  </a:lnTo>
                  <a:lnTo>
                    <a:pt x="3474720" y="3517392"/>
                  </a:lnTo>
                  <a:lnTo>
                    <a:pt x="3474720" y="3432048"/>
                  </a:lnTo>
                  <a:close/>
                </a:path>
                <a:path extrusionOk="0" h="3517900" w="5447030">
                  <a:moveTo>
                    <a:pt x="3587496" y="3419856"/>
                  </a:moveTo>
                  <a:lnTo>
                    <a:pt x="3477768" y="3419856"/>
                  </a:lnTo>
                  <a:lnTo>
                    <a:pt x="3477768" y="3517392"/>
                  </a:lnTo>
                  <a:lnTo>
                    <a:pt x="3587496" y="3517392"/>
                  </a:lnTo>
                  <a:lnTo>
                    <a:pt x="3587496" y="3419856"/>
                  </a:lnTo>
                  <a:close/>
                </a:path>
                <a:path extrusionOk="0" h="3517900" w="5447030">
                  <a:moveTo>
                    <a:pt x="3712464" y="3483864"/>
                  </a:moveTo>
                  <a:lnTo>
                    <a:pt x="3590544" y="3483864"/>
                  </a:lnTo>
                  <a:lnTo>
                    <a:pt x="3590544" y="3517392"/>
                  </a:lnTo>
                  <a:lnTo>
                    <a:pt x="3712464" y="3517392"/>
                  </a:lnTo>
                  <a:lnTo>
                    <a:pt x="3712464" y="3483864"/>
                  </a:lnTo>
                  <a:close/>
                </a:path>
                <a:path extrusionOk="0" h="3517900" w="5447030">
                  <a:moveTo>
                    <a:pt x="3825240" y="3493008"/>
                  </a:moveTo>
                  <a:lnTo>
                    <a:pt x="3715512" y="3493008"/>
                  </a:lnTo>
                  <a:lnTo>
                    <a:pt x="3715512" y="3517392"/>
                  </a:lnTo>
                  <a:lnTo>
                    <a:pt x="3825240" y="3517392"/>
                  </a:lnTo>
                  <a:lnTo>
                    <a:pt x="3825240" y="3493008"/>
                  </a:lnTo>
                  <a:close/>
                </a:path>
                <a:path extrusionOk="0" h="3517900" w="5447030">
                  <a:moveTo>
                    <a:pt x="3941064" y="3447288"/>
                  </a:moveTo>
                  <a:lnTo>
                    <a:pt x="3828288" y="3447288"/>
                  </a:lnTo>
                  <a:lnTo>
                    <a:pt x="3828288" y="3517392"/>
                  </a:lnTo>
                  <a:lnTo>
                    <a:pt x="3941064" y="3517392"/>
                  </a:lnTo>
                  <a:lnTo>
                    <a:pt x="3941064" y="3447288"/>
                  </a:lnTo>
                  <a:close/>
                </a:path>
                <a:path extrusionOk="0" h="3517900" w="5447030">
                  <a:moveTo>
                    <a:pt x="4053840" y="3480816"/>
                  </a:moveTo>
                  <a:lnTo>
                    <a:pt x="3944112" y="3480816"/>
                  </a:lnTo>
                  <a:lnTo>
                    <a:pt x="3944112" y="3517392"/>
                  </a:lnTo>
                  <a:lnTo>
                    <a:pt x="4053840" y="3517392"/>
                  </a:lnTo>
                  <a:lnTo>
                    <a:pt x="4053840" y="3480816"/>
                  </a:lnTo>
                  <a:close/>
                </a:path>
                <a:path extrusionOk="0" h="3517900" w="5447030">
                  <a:moveTo>
                    <a:pt x="4169664" y="3453384"/>
                  </a:moveTo>
                  <a:lnTo>
                    <a:pt x="4056888" y="3453384"/>
                  </a:lnTo>
                  <a:lnTo>
                    <a:pt x="4056888" y="3517392"/>
                  </a:lnTo>
                  <a:lnTo>
                    <a:pt x="4169664" y="3517392"/>
                  </a:lnTo>
                  <a:lnTo>
                    <a:pt x="4169664" y="3453384"/>
                  </a:lnTo>
                  <a:close/>
                </a:path>
                <a:path extrusionOk="0" h="3517900" w="5447030">
                  <a:moveTo>
                    <a:pt x="4294632" y="3474720"/>
                  </a:moveTo>
                  <a:lnTo>
                    <a:pt x="4172712" y="3474720"/>
                  </a:lnTo>
                  <a:lnTo>
                    <a:pt x="4172712" y="3517392"/>
                  </a:lnTo>
                  <a:lnTo>
                    <a:pt x="4294632" y="3517392"/>
                  </a:lnTo>
                  <a:lnTo>
                    <a:pt x="4294632" y="3474720"/>
                  </a:lnTo>
                  <a:close/>
                </a:path>
                <a:path extrusionOk="0" h="3517900" w="5447030">
                  <a:moveTo>
                    <a:pt x="4407408" y="3508248"/>
                  </a:moveTo>
                  <a:lnTo>
                    <a:pt x="4297680" y="3508248"/>
                  </a:lnTo>
                  <a:lnTo>
                    <a:pt x="4297680" y="3517392"/>
                  </a:lnTo>
                  <a:lnTo>
                    <a:pt x="4407408" y="3517392"/>
                  </a:lnTo>
                  <a:lnTo>
                    <a:pt x="4407408" y="3508248"/>
                  </a:lnTo>
                  <a:close/>
                </a:path>
                <a:path extrusionOk="0" h="3517900" w="5447030">
                  <a:moveTo>
                    <a:pt x="4523232" y="3496056"/>
                  </a:moveTo>
                  <a:lnTo>
                    <a:pt x="4410456" y="3496056"/>
                  </a:lnTo>
                  <a:lnTo>
                    <a:pt x="4410456" y="3517392"/>
                  </a:lnTo>
                  <a:lnTo>
                    <a:pt x="4523232" y="3517392"/>
                  </a:lnTo>
                  <a:lnTo>
                    <a:pt x="4523232" y="3496056"/>
                  </a:lnTo>
                  <a:close/>
                </a:path>
                <a:path extrusionOk="0" h="3517900" w="5447030">
                  <a:moveTo>
                    <a:pt x="4636008" y="3499104"/>
                  </a:moveTo>
                  <a:lnTo>
                    <a:pt x="4526280" y="3499104"/>
                  </a:lnTo>
                  <a:lnTo>
                    <a:pt x="4526280" y="3517392"/>
                  </a:lnTo>
                  <a:lnTo>
                    <a:pt x="4636008" y="3517392"/>
                  </a:lnTo>
                  <a:lnTo>
                    <a:pt x="4636008" y="3499104"/>
                  </a:lnTo>
                  <a:close/>
                </a:path>
                <a:path extrusionOk="0" h="3517900" w="5447030">
                  <a:moveTo>
                    <a:pt x="4751832" y="3435096"/>
                  </a:moveTo>
                  <a:lnTo>
                    <a:pt x="4639056" y="3435096"/>
                  </a:lnTo>
                  <a:lnTo>
                    <a:pt x="4639056" y="3517392"/>
                  </a:lnTo>
                  <a:lnTo>
                    <a:pt x="4751832" y="3517392"/>
                  </a:lnTo>
                  <a:lnTo>
                    <a:pt x="4751832" y="3435096"/>
                  </a:lnTo>
                  <a:close/>
                </a:path>
                <a:path extrusionOk="0" h="3517900" w="5447030">
                  <a:moveTo>
                    <a:pt x="4864608" y="3505200"/>
                  </a:moveTo>
                  <a:lnTo>
                    <a:pt x="4754880" y="3505200"/>
                  </a:lnTo>
                  <a:lnTo>
                    <a:pt x="4754880" y="3517392"/>
                  </a:lnTo>
                  <a:lnTo>
                    <a:pt x="4864608" y="3517392"/>
                  </a:lnTo>
                  <a:lnTo>
                    <a:pt x="4864608" y="3505200"/>
                  </a:lnTo>
                  <a:close/>
                </a:path>
                <a:path extrusionOk="0" h="3517900" w="5447030">
                  <a:moveTo>
                    <a:pt x="4989576" y="3508248"/>
                  </a:moveTo>
                  <a:lnTo>
                    <a:pt x="4867656" y="3508248"/>
                  </a:lnTo>
                  <a:lnTo>
                    <a:pt x="4867656" y="3517392"/>
                  </a:lnTo>
                  <a:lnTo>
                    <a:pt x="4989576" y="3517392"/>
                  </a:lnTo>
                  <a:lnTo>
                    <a:pt x="4989576" y="3508248"/>
                  </a:lnTo>
                  <a:close/>
                </a:path>
                <a:path extrusionOk="0" h="3517900" w="5447030">
                  <a:moveTo>
                    <a:pt x="5102352" y="3499104"/>
                  </a:moveTo>
                  <a:lnTo>
                    <a:pt x="4992624" y="3499104"/>
                  </a:lnTo>
                  <a:lnTo>
                    <a:pt x="4992624" y="3517392"/>
                  </a:lnTo>
                  <a:lnTo>
                    <a:pt x="5102352" y="3517392"/>
                  </a:lnTo>
                  <a:lnTo>
                    <a:pt x="5102352" y="3499104"/>
                  </a:lnTo>
                  <a:close/>
                </a:path>
                <a:path extrusionOk="0" h="3517900" w="5447030">
                  <a:moveTo>
                    <a:pt x="5218163" y="3511296"/>
                  </a:moveTo>
                  <a:lnTo>
                    <a:pt x="5105400" y="3511296"/>
                  </a:lnTo>
                  <a:lnTo>
                    <a:pt x="5105400" y="3517392"/>
                  </a:lnTo>
                  <a:lnTo>
                    <a:pt x="5218163" y="3517392"/>
                  </a:lnTo>
                  <a:lnTo>
                    <a:pt x="5218163" y="3511296"/>
                  </a:lnTo>
                  <a:close/>
                </a:path>
                <a:path extrusionOk="0" h="3517900" w="5447030">
                  <a:moveTo>
                    <a:pt x="5330952" y="3502152"/>
                  </a:moveTo>
                  <a:lnTo>
                    <a:pt x="5221211" y="3502152"/>
                  </a:lnTo>
                  <a:lnTo>
                    <a:pt x="5221211" y="3517392"/>
                  </a:lnTo>
                  <a:lnTo>
                    <a:pt x="5330952" y="3517392"/>
                  </a:lnTo>
                  <a:lnTo>
                    <a:pt x="5330952" y="3502152"/>
                  </a:lnTo>
                  <a:close/>
                </a:path>
                <a:path extrusionOk="0" h="3517900" w="5447030">
                  <a:moveTo>
                    <a:pt x="5446776" y="3483864"/>
                  </a:moveTo>
                  <a:lnTo>
                    <a:pt x="5334000" y="3483864"/>
                  </a:lnTo>
                  <a:lnTo>
                    <a:pt x="5334000" y="3517392"/>
                  </a:lnTo>
                  <a:lnTo>
                    <a:pt x="5446776" y="3517392"/>
                  </a:lnTo>
                  <a:lnTo>
                    <a:pt x="5446776" y="3483864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1397508" y="2382011"/>
              <a:ext cx="0" cy="3828415"/>
            </a:xfrm>
            <a:custGeom>
              <a:rect b="b" l="l" r="r" t="t"/>
              <a:pathLst>
                <a:path extrusionOk="0" h="3828415" w="120000">
                  <a:moveTo>
                    <a:pt x="0" y="3828287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1404500" y="6217885"/>
              <a:ext cx="4372610" cy="0"/>
            </a:xfrm>
            <a:custGeom>
              <a:rect b="b" l="l" r="r" t="t"/>
              <a:pathLst>
                <a:path extrusionOk="0" h="120000" w="4372610">
                  <a:moveTo>
                    <a:pt x="437198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3633026" y="5065776"/>
              <a:ext cx="85725" cy="713740"/>
            </a:xfrm>
            <a:custGeom>
              <a:rect b="b" l="l" r="r" t="t"/>
              <a:pathLst>
                <a:path extrusionOk="0" h="713739" w="85725">
                  <a:moveTo>
                    <a:pt x="28574" y="627506"/>
                  </a:moveTo>
                  <a:lnTo>
                    <a:pt x="0" y="627506"/>
                  </a:lnTo>
                  <a:lnTo>
                    <a:pt x="42862" y="713231"/>
                  </a:lnTo>
                  <a:lnTo>
                    <a:pt x="78581" y="641794"/>
                  </a:lnTo>
                  <a:lnTo>
                    <a:pt x="28575" y="641794"/>
                  </a:lnTo>
                  <a:lnTo>
                    <a:pt x="28574" y="627506"/>
                  </a:lnTo>
                  <a:close/>
                </a:path>
                <a:path extrusionOk="0" h="713739" w="85725">
                  <a:moveTo>
                    <a:pt x="57148" y="0"/>
                  </a:moveTo>
                  <a:lnTo>
                    <a:pt x="28573" y="0"/>
                  </a:lnTo>
                  <a:lnTo>
                    <a:pt x="28575" y="641794"/>
                  </a:lnTo>
                  <a:lnTo>
                    <a:pt x="57150" y="641794"/>
                  </a:lnTo>
                  <a:lnTo>
                    <a:pt x="57148" y="0"/>
                  </a:lnTo>
                  <a:close/>
                </a:path>
                <a:path extrusionOk="0" h="713739" w="85725">
                  <a:moveTo>
                    <a:pt x="85724" y="627506"/>
                  </a:moveTo>
                  <a:lnTo>
                    <a:pt x="57149" y="627506"/>
                  </a:lnTo>
                  <a:lnTo>
                    <a:pt x="57150" y="641794"/>
                  </a:lnTo>
                  <a:lnTo>
                    <a:pt x="78581" y="641794"/>
                  </a:lnTo>
                  <a:lnTo>
                    <a:pt x="85724" y="62750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2267712" y="2492461"/>
              <a:ext cx="0" cy="3725545"/>
            </a:xfrm>
            <a:custGeom>
              <a:rect b="b" l="l" r="r" t="t"/>
              <a:pathLst>
                <a:path extrusionOk="0" h="3725545" w="120000">
                  <a:moveTo>
                    <a:pt x="0" y="0"/>
                  </a:moveTo>
                  <a:lnTo>
                    <a:pt x="0" y="3725425"/>
                  </a:ln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8"/>
          <p:cNvSpPr/>
          <p:nvPr/>
        </p:nvSpPr>
        <p:spPr>
          <a:xfrm>
            <a:off x="6964680" y="6132576"/>
            <a:ext cx="454659" cy="76200"/>
          </a:xfrm>
          <a:custGeom>
            <a:rect b="b" l="l" r="r" t="t"/>
            <a:pathLst>
              <a:path extrusionOk="0" h="76200" w="454659">
                <a:moveTo>
                  <a:pt x="112776" y="67056"/>
                </a:moveTo>
                <a:lnTo>
                  <a:pt x="0" y="67056"/>
                </a:lnTo>
                <a:lnTo>
                  <a:pt x="0" y="76200"/>
                </a:lnTo>
                <a:lnTo>
                  <a:pt x="112776" y="76200"/>
                </a:lnTo>
                <a:lnTo>
                  <a:pt x="112776" y="67056"/>
                </a:lnTo>
                <a:close/>
              </a:path>
              <a:path extrusionOk="0" h="76200" w="454659">
                <a:moveTo>
                  <a:pt x="225552" y="67056"/>
                </a:moveTo>
                <a:lnTo>
                  <a:pt x="115824" y="67056"/>
                </a:lnTo>
                <a:lnTo>
                  <a:pt x="115824" y="76200"/>
                </a:lnTo>
                <a:lnTo>
                  <a:pt x="225552" y="76200"/>
                </a:lnTo>
                <a:lnTo>
                  <a:pt x="225552" y="67056"/>
                </a:lnTo>
                <a:close/>
              </a:path>
              <a:path extrusionOk="0" h="76200" w="454659">
                <a:moveTo>
                  <a:pt x="341376" y="73152"/>
                </a:moveTo>
                <a:lnTo>
                  <a:pt x="228600" y="73152"/>
                </a:lnTo>
                <a:lnTo>
                  <a:pt x="228600" y="76200"/>
                </a:lnTo>
                <a:lnTo>
                  <a:pt x="341376" y="76200"/>
                </a:lnTo>
                <a:lnTo>
                  <a:pt x="341376" y="73152"/>
                </a:lnTo>
                <a:close/>
              </a:path>
              <a:path extrusionOk="0" h="76200" w="454659">
                <a:moveTo>
                  <a:pt x="454152" y="0"/>
                </a:moveTo>
                <a:lnTo>
                  <a:pt x="344424" y="0"/>
                </a:lnTo>
                <a:lnTo>
                  <a:pt x="344424" y="76200"/>
                </a:lnTo>
                <a:lnTo>
                  <a:pt x="454152" y="76200"/>
                </a:lnTo>
                <a:lnTo>
                  <a:pt x="454152" y="0"/>
                </a:lnTo>
                <a:close/>
              </a:path>
            </a:pathLst>
          </a:custGeom>
          <a:solidFill>
            <a:srgbClr val="1382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1244313" y="6119876"/>
            <a:ext cx="83185" cy="161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1129442" y="5354827"/>
            <a:ext cx="197485" cy="161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1072007" y="4589779"/>
            <a:ext cx="254635" cy="161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1072007" y="3824732"/>
            <a:ext cx="254635" cy="161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1500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1072007" y="3059683"/>
            <a:ext cx="254635" cy="161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2000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072007" y="2291588"/>
            <a:ext cx="254635" cy="161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2500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3415298" y="1931924"/>
            <a:ext cx="169418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Price Histogram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3379728" y="4795011"/>
            <a:ext cx="5924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$4,000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1971553" y="2210308"/>
            <a:ext cx="68961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Average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8"/>
          <p:cNvGraphicFramePr/>
          <p:nvPr/>
        </p:nvGraphicFramePr>
        <p:xfrm>
          <a:off x="7974267" y="2603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{E145C8C8-A39E-4A7E-B5B9-2740D2D3B551}</a:tableStyleId>
              </a:tblPr>
              <a:tblGrid>
                <a:gridCol w="1520200"/>
                <a:gridCol w="969000"/>
              </a:tblGrid>
              <a:tr h="238125">
                <a:tc gridSpan="2">
                  <a:txBody>
                    <a:bodyPr/>
                    <a:lstStyle/>
                    <a:p>
                      <a:pPr indent="0" lvl="0" marL="4692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(after cleaning)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8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1748.05207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 Error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8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10.7841006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 Deviation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8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1426.43937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Sample Variance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8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2034729.28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Kurtosis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8.35381215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Skewness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2.58078512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Range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Minimum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Maximum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30583919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750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17496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68547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/>
        </p:nvSpPr>
        <p:spPr>
          <a:xfrm>
            <a:off x="716907" y="2290572"/>
            <a:ext cx="216408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000">
            <a:spAutoFit/>
          </a:bodyPr>
          <a:lstStyle/>
          <a:p>
            <a:pPr indent="0" lvl="0" marL="12700" marR="508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FINDINGS: STAY TERM</a:t>
            </a:r>
            <a:endParaRPr sz="5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786678" y="3765313"/>
            <a:ext cx="3931920" cy="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19050">
            <a:solidFill>
              <a:srgbClr val="D2E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9"/>
          <p:cNvGrpSpPr/>
          <p:nvPr/>
        </p:nvGrpSpPr>
        <p:grpSpPr>
          <a:xfrm>
            <a:off x="7097730" y="2691232"/>
            <a:ext cx="3738597" cy="3506470"/>
            <a:chOff x="7097730" y="2691232"/>
            <a:chExt cx="3738597" cy="3506470"/>
          </a:xfrm>
        </p:grpSpPr>
        <p:sp>
          <p:nvSpPr>
            <p:cNvPr id="154" name="Google Shape;154;p9"/>
            <p:cNvSpPr/>
            <p:nvPr/>
          </p:nvSpPr>
          <p:spPr>
            <a:xfrm>
              <a:off x="8850890" y="3129442"/>
              <a:ext cx="1315085" cy="1312545"/>
            </a:xfrm>
            <a:custGeom>
              <a:rect b="b" l="l" r="r" t="t"/>
              <a:pathLst>
                <a:path extrusionOk="0" h="1312545" w="1315084">
                  <a:moveTo>
                    <a:pt x="0" y="0"/>
                  </a:moveTo>
                  <a:lnTo>
                    <a:pt x="0" y="438193"/>
                  </a:lnTo>
                  <a:lnTo>
                    <a:pt x="48006" y="439485"/>
                  </a:lnTo>
                  <a:lnTo>
                    <a:pt x="95338" y="443319"/>
                  </a:lnTo>
                  <a:lnTo>
                    <a:pt x="141929" y="449627"/>
                  </a:lnTo>
                  <a:lnTo>
                    <a:pt x="187712" y="458343"/>
                  </a:lnTo>
                  <a:lnTo>
                    <a:pt x="232622" y="469400"/>
                  </a:lnTo>
                  <a:lnTo>
                    <a:pt x="276590" y="482733"/>
                  </a:lnTo>
                  <a:lnTo>
                    <a:pt x="319551" y="498274"/>
                  </a:lnTo>
                  <a:lnTo>
                    <a:pt x="361438" y="515958"/>
                  </a:lnTo>
                  <a:lnTo>
                    <a:pt x="402185" y="535717"/>
                  </a:lnTo>
                  <a:lnTo>
                    <a:pt x="441724" y="557486"/>
                  </a:lnTo>
                  <a:lnTo>
                    <a:pt x="479990" y="581197"/>
                  </a:lnTo>
                  <a:lnTo>
                    <a:pt x="516915" y="606786"/>
                  </a:lnTo>
                  <a:lnTo>
                    <a:pt x="552433" y="634184"/>
                  </a:lnTo>
                  <a:lnTo>
                    <a:pt x="586478" y="663325"/>
                  </a:lnTo>
                  <a:lnTo>
                    <a:pt x="618982" y="694144"/>
                  </a:lnTo>
                  <a:lnTo>
                    <a:pt x="649880" y="726574"/>
                  </a:lnTo>
                  <a:lnTo>
                    <a:pt x="679104" y="760548"/>
                  </a:lnTo>
                  <a:lnTo>
                    <a:pt x="706588" y="796000"/>
                  </a:lnTo>
                  <a:lnTo>
                    <a:pt x="732266" y="832863"/>
                  </a:lnTo>
                  <a:lnTo>
                    <a:pt x="756070" y="871071"/>
                  </a:lnTo>
                  <a:lnTo>
                    <a:pt x="777935" y="910557"/>
                  </a:lnTo>
                  <a:lnTo>
                    <a:pt x="797793" y="951256"/>
                  </a:lnTo>
                  <a:lnTo>
                    <a:pt x="815578" y="993100"/>
                  </a:lnTo>
                  <a:lnTo>
                    <a:pt x="831223" y="1036023"/>
                  </a:lnTo>
                  <a:lnTo>
                    <a:pt x="844663" y="1079959"/>
                  </a:lnTo>
                  <a:lnTo>
                    <a:pt x="855829" y="1124842"/>
                  </a:lnTo>
                  <a:lnTo>
                    <a:pt x="864656" y="1170604"/>
                  </a:lnTo>
                  <a:lnTo>
                    <a:pt x="871077" y="1217179"/>
                  </a:lnTo>
                  <a:lnTo>
                    <a:pt x="875025" y="1264502"/>
                  </a:lnTo>
                  <a:lnTo>
                    <a:pt x="876434" y="1312505"/>
                  </a:lnTo>
                  <a:lnTo>
                    <a:pt x="1314626" y="1311442"/>
                  </a:lnTo>
                  <a:lnTo>
                    <a:pt x="1313645" y="1263332"/>
                  </a:lnTo>
                  <a:lnTo>
                    <a:pt x="1310957" y="1215660"/>
                  </a:lnTo>
                  <a:lnTo>
                    <a:pt x="1306590" y="1168457"/>
                  </a:lnTo>
                  <a:lnTo>
                    <a:pt x="1300575" y="1121751"/>
                  </a:lnTo>
                  <a:lnTo>
                    <a:pt x="1292942" y="1075574"/>
                  </a:lnTo>
                  <a:lnTo>
                    <a:pt x="1283719" y="1029953"/>
                  </a:lnTo>
                  <a:lnTo>
                    <a:pt x="1272937" y="984918"/>
                  </a:lnTo>
                  <a:lnTo>
                    <a:pt x="1260624" y="940500"/>
                  </a:lnTo>
                  <a:lnTo>
                    <a:pt x="1246811" y="896728"/>
                  </a:lnTo>
                  <a:lnTo>
                    <a:pt x="1231528" y="853630"/>
                  </a:lnTo>
                  <a:lnTo>
                    <a:pt x="1214803" y="811238"/>
                  </a:lnTo>
                  <a:lnTo>
                    <a:pt x="1196666" y="769579"/>
                  </a:lnTo>
                  <a:lnTo>
                    <a:pt x="1177148" y="728684"/>
                  </a:lnTo>
                  <a:lnTo>
                    <a:pt x="1156277" y="688583"/>
                  </a:lnTo>
                  <a:lnTo>
                    <a:pt x="1134084" y="649304"/>
                  </a:lnTo>
                  <a:lnTo>
                    <a:pt x="1110597" y="610877"/>
                  </a:lnTo>
                  <a:lnTo>
                    <a:pt x="1085847" y="573333"/>
                  </a:lnTo>
                  <a:lnTo>
                    <a:pt x="1059862" y="536699"/>
                  </a:lnTo>
                  <a:lnTo>
                    <a:pt x="1032673" y="501007"/>
                  </a:lnTo>
                  <a:lnTo>
                    <a:pt x="1004310" y="466285"/>
                  </a:lnTo>
                  <a:lnTo>
                    <a:pt x="974801" y="432563"/>
                  </a:lnTo>
                  <a:lnTo>
                    <a:pt x="944177" y="399871"/>
                  </a:lnTo>
                  <a:lnTo>
                    <a:pt x="912467" y="368237"/>
                  </a:lnTo>
                  <a:lnTo>
                    <a:pt x="879700" y="337692"/>
                  </a:lnTo>
                  <a:lnTo>
                    <a:pt x="845907" y="308265"/>
                  </a:lnTo>
                  <a:lnTo>
                    <a:pt x="811116" y="279986"/>
                  </a:lnTo>
                  <a:lnTo>
                    <a:pt x="775358" y="252884"/>
                  </a:lnTo>
                  <a:lnTo>
                    <a:pt x="738662" y="226989"/>
                  </a:lnTo>
                  <a:lnTo>
                    <a:pt x="701057" y="202329"/>
                  </a:lnTo>
                  <a:lnTo>
                    <a:pt x="662574" y="178936"/>
                  </a:lnTo>
                  <a:lnTo>
                    <a:pt x="623241" y="156838"/>
                  </a:lnTo>
                  <a:lnTo>
                    <a:pt x="583089" y="136064"/>
                  </a:lnTo>
                  <a:lnTo>
                    <a:pt x="542147" y="116645"/>
                  </a:lnTo>
                  <a:lnTo>
                    <a:pt x="500445" y="98610"/>
                  </a:lnTo>
                  <a:lnTo>
                    <a:pt x="458012" y="81988"/>
                  </a:lnTo>
                  <a:lnTo>
                    <a:pt x="414877" y="66808"/>
                  </a:lnTo>
                  <a:lnTo>
                    <a:pt x="371071" y="53102"/>
                  </a:lnTo>
                  <a:lnTo>
                    <a:pt x="326623" y="40897"/>
                  </a:lnTo>
                  <a:lnTo>
                    <a:pt x="281563" y="30224"/>
                  </a:lnTo>
                  <a:lnTo>
                    <a:pt x="235920" y="21112"/>
                  </a:lnTo>
                  <a:lnTo>
                    <a:pt x="189724" y="13590"/>
                  </a:lnTo>
                  <a:lnTo>
                    <a:pt x="143004" y="7688"/>
                  </a:lnTo>
                  <a:lnTo>
                    <a:pt x="95790" y="3437"/>
                  </a:lnTo>
                  <a:lnTo>
                    <a:pt x="48112" y="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8E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9705463" y="4440886"/>
              <a:ext cx="460375" cy="295275"/>
            </a:xfrm>
            <a:custGeom>
              <a:rect b="b" l="l" r="r" t="t"/>
              <a:pathLst>
                <a:path extrusionOk="0" h="295275" w="460375">
                  <a:moveTo>
                    <a:pt x="460053" y="0"/>
                  </a:moveTo>
                  <a:lnTo>
                    <a:pt x="21861" y="1061"/>
                  </a:lnTo>
                  <a:lnTo>
                    <a:pt x="20578" y="50633"/>
                  </a:lnTo>
                  <a:lnTo>
                    <a:pt x="16498" y="100014"/>
                  </a:lnTo>
                  <a:lnTo>
                    <a:pt x="9634" y="149086"/>
                  </a:lnTo>
                  <a:lnTo>
                    <a:pt x="0" y="197730"/>
                  </a:lnTo>
                  <a:lnTo>
                    <a:pt x="427262" y="294996"/>
                  </a:lnTo>
                  <a:lnTo>
                    <a:pt x="437358" y="246434"/>
                  </a:lnTo>
                  <a:lnTo>
                    <a:pt x="445609" y="197559"/>
                  </a:lnTo>
                  <a:lnTo>
                    <a:pt x="452010" y="148426"/>
                  </a:lnTo>
                  <a:lnTo>
                    <a:pt x="456555" y="99087"/>
                  </a:lnTo>
                  <a:lnTo>
                    <a:pt x="459238" y="49594"/>
                  </a:lnTo>
                  <a:lnTo>
                    <a:pt x="460053" y="0"/>
                  </a:lnTo>
                  <a:close/>
                </a:path>
              </a:pathLst>
            </a:custGeom>
            <a:solidFill>
              <a:srgbClr val="1CAD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7536020" y="3129442"/>
              <a:ext cx="2597150" cy="2629535"/>
            </a:xfrm>
            <a:custGeom>
              <a:rect b="b" l="l" r="r" t="t"/>
              <a:pathLst>
                <a:path extrusionOk="0" h="2629535" w="2597150">
                  <a:moveTo>
                    <a:pt x="1314868" y="0"/>
                  </a:moveTo>
                  <a:lnTo>
                    <a:pt x="1266599" y="877"/>
                  </a:lnTo>
                  <a:lnTo>
                    <a:pt x="1218704" y="3491"/>
                  </a:lnTo>
                  <a:lnTo>
                    <a:pt x="1171217" y="7814"/>
                  </a:lnTo>
                  <a:lnTo>
                    <a:pt x="1124172" y="13818"/>
                  </a:lnTo>
                  <a:lnTo>
                    <a:pt x="1077603" y="21477"/>
                  </a:lnTo>
                  <a:lnTo>
                    <a:pt x="1031546" y="30762"/>
                  </a:lnTo>
                  <a:lnTo>
                    <a:pt x="986033" y="41647"/>
                  </a:lnTo>
                  <a:lnTo>
                    <a:pt x="941100" y="54104"/>
                  </a:lnTo>
                  <a:lnTo>
                    <a:pt x="896782" y="68106"/>
                  </a:lnTo>
                  <a:lnTo>
                    <a:pt x="853111" y="83625"/>
                  </a:lnTo>
                  <a:lnTo>
                    <a:pt x="810123" y="100633"/>
                  </a:lnTo>
                  <a:lnTo>
                    <a:pt x="767853" y="119104"/>
                  </a:lnTo>
                  <a:lnTo>
                    <a:pt x="726333" y="139009"/>
                  </a:lnTo>
                  <a:lnTo>
                    <a:pt x="685599" y="160323"/>
                  </a:lnTo>
                  <a:lnTo>
                    <a:pt x="645686" y="183016"/>
                  </a:lnTo>
                  <a:lnTo>
                    <a:pt x="606627" y="207062"/>
                  </a:lnTo>
                  <a:lnTo>
                    <a:pt x="568457" y="232433"/>
                  </a:lnTo>
                  <a:lnTo>
                    <a:pt x="531209" y="259102"/>
                  </a:lnTo>
                  <a:lnTo>
                    <a:pt x="494920" y="287042"/>
                  </a:lnTo>
                  <a:lnTo>
                    <a:pt x="459622" y="316225"/>
                  </a:lnTo>
                  <a:lnTo>
                    <a:pt x="425350" y="346623"/>
                  </a:lnTo>
                  <a:lnTo>
                    <a:pt x="392139" y="378209"/>
                  </a:lnTo>
                  <a:lnTo>
                    <a:pt x="360023" y="410957"/>
                  </a:lnTo>
                  <a:lnTo>
                    <a:pt x="329037" y="444837"/>
                  </a:lnTo>
                  <a:lnTo>
                    <a:pt x="299213" y="479824"/>
                  </a:lnTo>
                  <a:lnTo>
                    <a:pt x="270588" y="515889"/>
                  </a:lnTo>
                  <a:lnTo>
                    <a:pt x="243195" y="553005"/>
                  </a:lnTo>
                  <a:lnTo>
                    <a:pt x="217069" y="591145"/>
                  </a:lnTo>
                  <a:lnTo>
                    <a:pt x="192244" y="630282"/>
                  </a:lnTo>
                  <a:lnTo>
                    <a:pt x="168755" y="670387"/>
                  </a:lnTo>
                  <a:lnTo>
                    <a:pt x="146635" y="711434"/>
                  </a:lnTo>
                  <a:lnTo>
                    <a:pt x="125919" y="753395"/>
                  </a:lnTo>
                  <a:lnTo>
                    <a:pt x="106642" y="796242"/>
                  </a:lnTo>
                  <a:lnTo>
                    <a:pt x="88837" y="839949"/>
                  </a:lnTo>
                  <a:lnTo>
                    <a:pt x="72540" y="884488"/>
                  </a:lnTo>
                  <a:lnTo>
                    <a:pt x="57784" y="929831"/>
                  </a:lnTo>
                  <a:lnTo>
                    <a:pt x="44604" y="975951"/>
                  </a:lnTo>
                  <a:lnTo>
                    <a:pt x="33034" y="1022821"/>
                  </a:lnTo>
                  <a:lnTo>
                    <a:pt x="23182" y="1070006"/>
                  </a:lnTo>
                  <a:lnTo>
                    <a:pt x="15098" y="1117145"/>
                  </a:lnTo>
                  <a:lnTo>
                    <a:pt x="8760" y="1164203"/>
                  </a:lnTo>
                  <a:lnTo>
                    <a:pt x="4146" y="1211144"/>
                  </a:lnTo>
                  <a:lnTo>
                    <a:pt x="1233" y="1257933"/>
                  </a:lnTo>
                  <a:lnTo>
                    <a:pt x="0" y="1304535"/>
                  </a:lnTo>
                  <a:lnTo>
                    <a:pt x="422" y="1350913"/>
                  </a:lnTo>
                  <a:lnTo>
                    <a:pt x="2480" y="1397032"/>
                  </a:lnTo>
                  <a:lnTo>
                    <a:pt x="6149" y="1442856"/>
                  </a:lnTo>
                  <a:lnTo>
                    <a:pt x="11407" y="1488350"/>
                  </a:lnTo>
                  <a:lnTo>
                    <a:pt x="18233" y="1533479"/>
                  </a:lnTo>
                  <a:lnTo>
                    <a:pt x="26604" y="1578207"/>
                  </a:lnTo>
                  <a:lnTo>
                    <a:pt x="36497" y="1622498"/>
                  </a:lnTo>
                  <a:lnTo>
                    <a:pt x="47890" y="1666316"/>
                  </a:lnTo>
                  <a:lnTo>
                    <a:pt x="60760" y="1709627"/>
                  </a:lnTo>
                  <a:lnTo>
                    <a:pt x="75086" y="1752395"/>
                  </a:lnTo>
                  <a:lnTo>
                    <a:pt x="90845" y="1794583"/>
                  </a:lnTo>
                  <a:lnTo>
                    <a:pt x="108015" y="1836157"/>
                  </a:lnTo>
                  <a:lnTo>
                    <a:pt x="126573" y="1877081"/>
                  </a:lnTo>
                  <a:lnTo>
                    <a:pt x="146497" y="1917320"/>
                  </a:lnTo>
                  <a:lnTo>
                    <a:pt x="167764" y="1956837"/>
                  </a:lnTo>
                  <a:lnTo>
                    <a:pt x="190352" y="1995598"/>
                  </a:lnTo>
                  <a:lnTo>
                    <a:pt x="214239" y="2033566"/>
                  </a:lnTo>
                  <a:lnTo>
                    <a:pt x="239402" y="2070706"/>
                  </a:lnTo>
                  <a:lnTo>
                    <a:pt x="265819" y="2106984"/>
                  </a:lnTo>
                  <a:lnTo>
                    <a:pt x="293468" y="2142362"/>
                  </a:lnTo>
                  <a:lnTo>
                    <a:pt x="322327" y="2176806"/>
                  </a:lnTo>
                  <a:lnTo>
                    <a:pt x="352372" y="2210279"/>
                  </a:lnTo>
                  <a:lnTo>
                    <a:pt x="383581" y="2242747"/>
                  </a:lnTo>
                  <a:lnTo>
                    <a:pt x="415933" y="2274174"/>
                  </a:lnTo>
                  <a:lnTo>
                    <a:pt x="449405" y="2304525"/>
                  </a:lnTo>
                  <a:lnTo>
                    <a:pt x="483974" y="2333763"/>
                  </a:lnTo>
                  <a:lnTo>
                    <a:pt x="519618" y="2361853"/>
                  </a:lnTo>
                  <a:lnTo>
                    <a:pt x="556315" y="2388760"/>
                  </a:lnTo>
                  <a:lnTo>
                    <a:pt x="594042" y="2414447"/>
                  </a:lnTo>
                  <a:lnTo>
                    <a:pt x="632777" y="2438881"/>
                  </a:lnTo>
                  <a:lnTo>
                    <a:pt x="672497" y="2462024"/>
                  </a:lnTo>
                  <a:lnTo>
                    <a:pt x="713181" y="2483842"/>
                  </a:lnTo>
                  <a:lnTo>
                    <a:pt x="754806" y="2504299"/>
                  </a:lnTo>
                  <a:lnTo>
                    <a:pt x="797349" y="2523359"/>
                  </a:lnTo>
                  <a:lnTo>
                    <a:pt x="840788" y="2540987"/>
                  </a:lnTo>
                  <a:lnTo>
                    <a:pt x="885101" y="2557147"/>
                  </a:lnTo>
                  <a:lnTo>
                    <a:pt x="930266" y="2571803"/>
                  </a:lnTo>
                  <a:lnTo>
                    <a:pt x="976259" y="2584921"/>
                  </a:lnTo>
                  <a:lnTo>
                    <a:pt x="1023059" y="2596464"/>
                  </a:lnTo>
                  <a:lnTo>
                    <a:pt x="1070244" y="2606317"/>
                  </a:lnTo>
                  <a:lnTo>
                    <a:pt x="1117383" y="2614400"/>
                  </a:lnTo>
                  <a:lnTo>
                    <a:pt x="1164441" y="2620738"/>
                  </a:lnTo>
                  <a:lnTo>
                    <a:pt x="1211383" y="2625352"/>
                  </a:lnTo>
                  <a:lnTo>
                    <a:pt x="1258172" y="2628265"/>
                  </a:lnTo>
                  <a:lnTo>
                    <a:pt x="1304773" y="2629499"/>
                  </a:lnTo>
                  <a:lnTo>
                    <a:pt x="1351151" y="2629076"/>
                  </a:lnTo>
                  <a:lnTo>
                    <a:pt x="1397270" y="2627019"/>
                  </a:lnTo>
                  <a:lnTo>
                    <a:pt x="1443094" y="2623350"/>
                  </a:lnTo>
                  <a:lnTo>
                    <a:pt x="1488589" y="2618091"/>
                  </a:lnTo>
                  <a:lnTo>
                    <a:pt x="1533717" y="2611265"/>
                  </a:lnTo>
                  <a:lnTo>
                    <a:pt x="1578445" y="2602895"/>
                  </a:lnTo>
                  <a:lnTo>
                    <a:pt x="1622736" y="2593002"/>
                  </a:lnTo>
                  <a:lnTo>
                    <a:pt x="1666555" y="2581609"/>
                  </a:lnTo>
                  <a:lnTo>
                    <a:pt x="1709866" y="2568738"/>
                  </a:lnTo>
                  <a:lnTo>
                    <a:pt x="1752633" y="2554412"/>
                  </a:lnTo>
                  <a:lnTo>
                    <a:pt x="1794822" y="2538653"/>
                  </a:lnTo>
                  <a:lnTo>
                    <a:pt x="1836396" y="2521483"/>
                  </a:lnTo>
                  <a:lnTo>
                    <a:pt x="1877320" y="2502925"/>
                  </a:lnTo>
                  <a:lnTo>
                    <a:pt x="1917558" y="2483002"/>
                  </a:lnTo>
                  <a:lnTo>
                    <a:pt x="1957075" y="2461735"/>
                  </a:lnTo>
                  <a:lnTo>
                    <a:pt x="1995836" y="2439146"/>
                  </a:lnTo>
                  <a:lnTo>
                    <a:pt x="2033804" y="2415259"/>
                  </a:lnTo>
                  <a:lnTo>
                    <a:pt x="2070945" y="2390096"/>
                  </a:lnTo>
                  <a:lnTo>
                    <a:pt x="2107222" y="2363679"/>
                  </a:lnTo>
                  <a:lnTo>
                    <a:pt x="2142600" y="2336030"/>
                  </a:lnTo>
                  <a:lnTo>
                    <a:pt x="2177044" y="2307171"/>
                  </a:lnTo>
                  <a:lnTo>
                    <a:pt x="2210517" y="2277126"/>
                  </a:lnTo>
                  <a:lnTo>
                    <a:pt x="2242985" y="2245917"/>
                  </a:lnTo>
                  <a:lnTo>
                    <a:pt x="2274412" y="2213565"/>
                  </a:lnTo>
                  <a:lnTo>
                    <a:pt x="2304763" y="2180093"/>
                  </a:lnTo>
                  <a:lnTo>
                    <a:pt x="2334001" y="2145524"/>
                  </a:lnTo>
                  <a:lnTo>
                    <a:pt x="2362091" y="2109880"/>
                  </a:lnTo>
                  <a:lnTo>
                    <a:pt x="2388998" y="2073183"/>
                  </a:lnTo>
                  <a:lnTo>
                    <a:pt x="2414686" y="2035456"/>
                  </a:lnTo>
                  <a:lnTo>
                    <a:pt x="2439119" y="1996721"/>
                  </a:lnTo>
                  <a:lnTo>
                    <a:pt x="2462262" y="1957000"/>
                  </a:lnTo>
                  <a:lnTo>
                    <a:pt x="2484080" y="1916317"/>
                  </a:lnTo>
                  <a:lnTo>
                    <a:pt x="2504537" y="1874692"/>
                  </a:lnTo>
                  <a:lnTo>
                    <a:pt x="2523597" y="1832149"/>
                  </a:lnTo>
                  <a:lnTo>
                    <a:pt x="2541225" y="1788710"/>
                  </a:lnTo>
                  <a:lnTo>
                    <a:pt x="2557384" y="1744397"/>
                  </a:lnTo>
                  <a:lnTo>
                    <a:pt x="2572041" y="1699232"/>
                  </a:lnTo>
                  <a:lnTo>
                    <a:pt x="2585159" y="1653239"/>
                  </a:lnTo>
                  <a:lnTo>
                    <a:pt x="2596702" y="1606439"/>
                  </a:lnTo>
                  <a:lnTo>
                    <a:pt x="2169442" y="1509172"/>
                  </a:lnTo>
                  <a:lnTo>
                    <a:pt x="2157292" y="1556472"/>
                  </a:lnTo>
                  <a:lnTo>
                    <a:pt x="2142690" y="1602594"/>
                  </a:lnTo>
                  <a:lnTo>
                    <a:pt x="2125715" y="1647476"/>
                  </a:lnTo>
                  <a:lnTo>
                    <a:pt x="2106448" y="1691053"/>
                  </a:lnTo>
                  <a:lnTo>
                    <a:pt x="2084970" y="1733261"/>
                  </a:lnTo>
                  <a:lnTo>
                    <a:pt x="2061360" y="1774036"/>
                  </a:lnTo>
                  <a:lnTo>
                    <a:pt x="2035701" y="1813313"/>
                  </a:lnTo>
                  <a:lnTo>
                    <a:pt x="2008071" y="1851028"/>
                  </a:lnTo>
                  <a:lnTo>
                    <a:pt x="1978551" y="1887118"/>
                  </a:lnTo>
                  <a:lnTo>
                    <a:pt x="1947222" y="1921518"/>
                  </a:lnTo>
                  <a:lnTo>
                    <a:pt x="1914164" y="1954163"/>
                  </a:lnTo>
                  <a:lnTo>
                    <a:pt x="1879458" y="1984990"/>
                  </a:lnTo>
                  <a:lnTo>
                    <a:pt x="1843184" y="2013935"/>
                  </a:lnTo>
                  <a:lnTo>
                    <a:pt x="1805422" y="2040932"/>
                  </a:lnTo>
                  <a:lnTo>
                    <a:pt x="1766254" y="2065919"/>
                  </a:lnTo>
                  <a:lnTo>
                    <a:pt x="1725758" y="2088831"/>
                  </a:lnTo>
                  <a:lnTo>
                    <a:pt x="1684016" y="2109603"/>
                  </a:lnTo>
                  <a:lnTo>
                    <a:pt x="1641109" y="2128172"/>
                  </a:lnTo>
                  <a:lnTo>
                    <a:pt x="1597116" y="2144473"/>
                  </a:lnTo>
                  <a:lnTo>
                    <a:pt x="1552118" y="2158443"/>
                  </a:lnTo>
                  <a:lnTo>
                    <a:pt x="1506196" y="2170016"/>
                  </a:lnTo>
                  <a:lnTo>
                    <a:pt x="1459429" y="2179130"/>
                  </a:lnTo>
                  <a:lnTo>
                    <a:pt x="1411899" y="2185719"/>
                  </a:lnTo>
                  <a:lnTo>
                    <a:pt x="1363686" y="2189719"/>
                  </a:lnTo>
                  <a:lnTo>
                    <a:pt x="1314869" y="2191067"/>
                  </a:lnTo>
                  <a:lnTo>
                    <a:pt x="1266782" y="2189770"/>
                  </a:lnTo>
                  <a:lnTo>
                    <a:pt x="1219372" y="2185924"/>
                  </a:lnTo>
                  <a:lnTo>
                    <a:pt x="1172707" y="2179596"/>
                  </a:lnTo>
                  <a:lnTo>
                    <a:pt x="1126853" y="2170852"/>
                  </a:lnTo>
                  <a:lnTo>
                    <a:pt x="1081878" y="2159760"/>
                  </a:lnTo>
                  <a:lnTo>
                    <a:pt x="1037847" y="2146386"/>
                  </a:lnTo>
                  <a:lnTo>
                    <a:pt x="994829" y="2130796"/>
                  </a:lnTo>
                  <a:lnTo>
                    <a:pt x="952890" y="2113059"/>
                  </a:lnTo>
                  <a:lnTo>
                    <a:pt x="912096" y="2093241"/>
                  </a:lnTo>
                  <a:lnTo>
                    <a:pt x="872515" y="2071408"/>
                  </a:lnTo>
                  <a:lnTo>
                    <a:pt x="834213" y="2047627"/>
                  </a:lnTo>
                  <a:lnTo>
                    <a:pt x="797257" y="2021965"/>
                  </a:lnTo>
                  <a:lnTo>
                    <a:pt x="761714" y="1994490"/>
                  </a:lnTo>
                  <a:lnTo>
                    <a:pt x="727651" y="1965267"/>
                  </a:lnTo>
                  <a:lnTo>
                    <a:pt x="695135" y="1934364"/>
                  </a:lnTo>
                  <a:lnTo>
                    <a:pt x="664232" y="1901848"/>
                  </a:lnTo>
                  <a:lnTo>
                    <a:pt x="635009" y="1867785"/>
                  </a:lnTo>
                  <a:lnTo>
                    <a:pt x="607534" y="1832242"/>
                  </a:lnTo>
                  <a:lnTo>
                    <a:pt x="581872" y="1795286"/>
                  </a:lnTo>
                  <a:lnTo>
                    <a:pt x="558092" y="1756984"/>
                  </a:lnTo>
                  <a:lnTo>
                    <a:pt x="536259" y="1717403"/>
                  </a:lnTo>
                  <a:lnTo>
                    <a:pt x="516440" y="1676609"/>
                  </a:lnTo>
                  <a:lnTo>
                    <a:pt x="498703" y="1634670"/>
                  </a:lnTo>
                  <a:lnTo>
                    <a:pt x="483114" y="1591652"/>
                  </a:lnTo>
                  <a:lnTo>
                    <a:pt x="469739" y="1547621"/>
                  </a:lnTo>
                  <a:lnTo>
                    <a:pt x="458647" y="1502646"/>
                  </a:lnTo>
                  <a:lnTo>
                    <a:pt x="449903" y="1456792"/>
                  </a:lnTo>
                  <a:lnTo>
                    <a:pt x="443575" y="1410127"/>
                  </a:lnTo>
                  <a:lnTo>
                    <a:pt x="439729" y="1362717"/>
                  </a:lnTo>
                  <a:lnTo>
                    <a:pt x="438432" y="1314630"/>
                  </a:lnTo>
                  <a:lnTo>
                    <a:pt x="439729" y="1266542"/>
                  </a:lnTo>
                  <a:lnTo>
                    <a:pt x="443575" y="1219132"/>
                  </a:lnTo>
                  <a:lnTo>
                    <a:pt x="449903" y="1172467"/>
                  </a:lnTo>
                  <a:lnTo>
                    <a:pt x="458647" y="1126614"/>
                  </a:lnTo>
                  <a:lnTo>
                    <a:pt x="469739" y="1081638"/>
                  </a:lnTo>
                  <a:lnTo>
                    <a:pt x="483114" y="1037608"/>
                  </a:lnTo>
                  <a:lnTo>
                    <a:pt x="498703" y="994590"/>
                  </a:lnTo>
                  <a:lnTo>
                    <a:pt x="516440" y="952650"/>
                  </a:lnTo>
                  <a:lnTo>
                    <a:pt x="536259" y="911857"/>
                  </a:lnTo>
                  <a:lnTo>
                    <a:pt x="558092" y="872275"/>
                  </a:lnTo>
                  <a:lnTo>
                    <a:pt x="581872" y="833973"/>
                  </a:lnTo>
                  <a:lnTo>
                    <a:pt x="607534" y="797018"/>
                  </a:lnTo>
                  <a:lnTo>
                    <a:pt x="635009" y="761475"/>
                  </a:lnTo>
                  <a:lnTo>
                    <a:pt x="664232" y="727412"/>
                  </a:lnTo>
                  <a:lnTo>
                    <a:pt x="695135" y="694895"/>
                  </a:lnTo>
                  <a:lnTo>
                    <a:pt x="727651" y="663992"/>
                  </a:lnTo>
                  <a:lnTo>
                    <a:pt x="761714" y="634770"/>
                  </a:lnTo>
                  <a:lnTo>
                    <a:pt x="797257" y="607294"/>
                  </a:lnTo>
                  <a:lnTo>
                    <a:pt x="834213" y="581633"/>
                  </a:lnTo>
                  <a:lnTo>
                    <a:pt x="872515" y="557852"/>
                  </a:lnTo>
                  <a:lnTo>
                    <a:pt x="912096" y="536019"/>
                  </a:lnTo>
                  <a:lnTo>
                    <a:pt x="952890" y="516200"/>
                  </a:lnTo>
                  <a:lnTo>
                    <a:pt x="994829" y="498463"/>
                  </a:lnTo>
                  <a:lnTo>
                    <a:pt x="1037847" y="482874"/>
                  </a:lnTo>
                  <a:lnTo>
                    <a:pt x="1081878" y="469500"/>
                  </a:lnTo>
                  <a:lnTo>
                    <a:pt x="1126853" y="458408"/>
                  </a:lnTo>
                  <a:lnTo>
                    <a:pt x="1172707" y="449664"/>
                  </a:lnTo>
                  <a:lnTo>
                    <a:pt x="1219372" y="443335"/>
                  </a:lnTo>
                  <a:lnTo>
                    <a:pt x="1266782" y="439490"/>
                  </a:lnTo>
                  <a:lnTo>
                    <a:pt x="1314869" y="438193"/>
                  </a:lnTo>
                  <a:lnTo>
                    <a:pt x="1314868" y="0"/>
                  </a:lnTo>
                  <a:close/>
                </a:path>
              </a:pathLst>
            </a:custGeom>
            <a:solidFill>
              <a:srgbClr val="A1CF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8850890" y="2691232"/>
              <a:ext cx="1753235" cy="1750060"/>
            </a:xfrm>
            <a:custGeom>
              <a:rect b="b" l="l" r="r" t="t"/>
              <a:pathLst>
                <a:path extrusionOk="0" h="1750060" w="1753234">
                  <a:moveTo>
                    <a:pt x="0" y="0"/>
                  </a:moveTo>
                  <a:lnTo>
                    <a:pt x="0" y="438210"/>
                  </a:lnTo>
                  <a:lnTo>
                    <a:pt x="48112" y="439075"/>
                  </a:lnTo>
                  <a:lnTo>
                    <a:pt x="95790" y="441647"/>
                  </a:lnTo>
                  <a:lnTo>
                    <a:pt x="143004" y="445899"/>
                  </a:lnTo>
                  <a:lnTo>
                    <a:pt x="189724" y="451801"/>
                  </a:lnTo>
                  <a:lnTo>
                    <a:pt x="235920" y="459323"/>
                  </a:lnTo>
                  <a:lnTo>
                    <a:pt x="281563" y="468435"/>
                  </a:lnTo>
                  <a:lnTo>
                    <a:pt x="326623" y="479108"/>
                  </a:lnTo>
                  <a:lnTo>
                    <a:pt x="371071" y="491313"/>
                  </a:lnTo>
                  <a:lnTo>
                    <a:pt x="414877" y="505019"/>
                  </a:lnTo>
                  <a:lnTo>
                    <a:pt x="458012" y="520198"/>
                  </a:lnTo>
                  <a:lnTo>
                    <a:pt x="500445" y="536820"/>
                  </a:lnTo>
                  <a:lnTo>
                    <a:pt x="542147" y="554856"/>
                  </a:lnTo>
                  <a:lnTo>
                    <a:pt x="583089" y="574275"/>
                  </a:lnTo>
                  <a:lnTo>
                    <a:pt x="623241" y="595049"/>
                  </a:lnTo>
                  <a:lnTo>
                    <a:pt x="662574" y="617147"/>
                  </a:lnTo>
                  <a:lnTo>
                    <a:pt x="701057" y="640540"/>
                  </a:lnTo>
                  <a:lnTo>
                    <a:pt x="738662" y="665200"/>
                  </a:lnTo>
                  <a:lnTo>
                    <a:pt x="775358" y="691095"/>
                  </a:lnTo>
                  <a:lnTo>
                    <a:pt x="811116" y="718197"/>
                  </a:lnTo>
                  <a:lnTo>
                    <a:pt x="845906" y="746476"/>
                  </a:lnTo>
                  <a:lnTo>
                    <a:pt x="879700" y="775903"/>
                  </a:lnTo>
                  <a:lnTo>
                    <a:pt x="912467" y="806448"/>
                  </a:lnTo>
                  <a:lnTo>
                    <a:pt x="944177" y="838082"/>
                  </a:lnTo>
                  <a:lnTo>
                    <a:pt x="974801" y="870774"/>
                  </a:lnTo>
                  <a:lnTo>
                    <a:pt x="1004310" y="904496"/>
                  </a:lnTo>
                  <a:lnTo>
                    <a:pt x="1032673" y="939218"/>
                  </a:lnTo>
                  <a:lnTo>
                    <a:pt x="1059862" y="974910"/>
                  </a:lnTo>
                  <a:lnTo>
                    <a:pt x="1085846" y="1011544"/>
                  </a:lnTo>
                  <a:lnTo>
                    <a:pt x="1110597" y="1049088"/>
                  </a:lnTo>
                  <a:lnTo>
                    <a:pt x="1134083" y="1087515"/>
                  </a:lnTo>
                  <a:lnTo>
                    <a:pt x="1156277" y="1126794"/>
                  </a:lnTo>
                  <a:lnTo>
                    <a:pt x="1177148" y="1166895"/>
                  </a:lnTo>
                  <a:lnTo>
                    <a:pt x="1196666" y="1207790"/>
                  </a:lnTo>
                  <a:lnTo>
                    <a:pt x="1214802" y="1249449"/>
                  </a:lnTo>
                  <a:lnTo>
                    <a:pt x="1231527" y="1291841"/>
                  </a:lnTo>
                  <a:lnTo>
                    <a:pt x="1246811" y="1334939"/>
                  </a:lnTo>
                  <a:lnTo>
                    <a:pt x="1260623" y="1378711"/>
                  </a:lnTo>
                  <a:lnTo>
                    <a:pt x="1272936" y="1423129"/>
                  </a:lnTo>
                  <a:lnTo>
                    <a:pt x="1283718" y="1468164"/>
                  </a:lnTo>
                  <a:lnTo>
                    <a:pt x="1292941" y="1513784"/>
                  </a:lnTo>
                  <a:lnTo>
                    <a:pt x="1300574" y="1559962"/>
                  </a:lnTo>
                  <a:lnTo>
                    <a:pt x="1306589" y="1606668"/>
                  </a:lnTo>
                  <a:lnTo>
                    <a:pt x="1310956" y="1653871"/>
                  </a:lnTo>
                  <a:lnTo>
                    <a:pt x="1313644" y="1701543"/>
                  </a:lnTo>
                  <a:lnTo>
                    <a:pt x="1314625" y="1749653"/>
                  </a:lnTo>
                  <a:lnTo>
                    <a:pt x="1752834" y="1748590"/>
                  </a:lnTo>
                  <a:lnTo>
                    <a:pt x="1752069" y="1700426"/>
                  </a:lnTo>
                  <a:lnTo>
                    <a:pt x="1750017" y="1652586"/>
                  </a:lnTo>
                  <a:lnTo>
                    <a:pt x="1746695" y="1605086"/>
                  </a:lnTo>
                  <a:lnTo>
                    <a:pt x="1742120" y="1557943"/>
                  </a:lnTo>
                  <a:lnTo>
                    <a:pt x="1736309" y="1511173"/>
                  </a:lnTo>
                  <a:lnTo>
                    <a:pt x="1729279" y="1464793"/>
                  </a:lnTo>
                  <a:lnTo>
                    <a:pt x="1721045" y="1418820"/>
                  </a:lnTo>
                  <a:lnTo>
                    <a:pt x="1711625" y="1373270"/>
                  </a:lnTo>
                  <a:lnTo>
                    <a:pt x="1701036" y="1328161"/>
                  </a:lnTo>
                  <a:lnTo>
                    <a:pt x="1689293" y="1283508"/>
                  </a:lnTo>
                  <a:lnTo>
                    <a:pt x="1676414" y="1239327"/>
                  </a:lnTo>
                  <a:lnTo>
                    <a:pt x="1662415" y="1195637"/>
                  </a:lnTo>
                  <a:lnTo>
                    <a:pt x="1647313" y="1152453"/>
                  </a:lnTo>
                  <a:lnTo>
                    <a:pt x="1631125" y="1109792"/>
                  </a:lnTo>
                  <a:lnTo>
                    <a:pt x="1613867" y="1067671"/>
                  </a:lnTo>
                  <a:lnTo>
                    <a:pt x="1595555" y="1026105"/>
                  </a:lnTo>
                  <a:lnTo>
                    <a:pt x="1576207" y="985113"/>
                  </a:lnTo>
                  <a:lnTo>
                    <a:pt x="1555840" y="944710"/>
                  </a:lnTo>
                  <a:lnTo>
                    <a:pt x="1534469" y="904913"/>
                  </a:lnTo>
                  <a:lnTo>
                    <a:pt x="1512112" y="865738"/>
                  </a:lnTo>
                  <a:lnTo>
                    <a:pt x="1488784" y="827203"/>
                  </a:lnTo>
                  <a:lnTo>
                    <a:pt x="1464504" y="789324"/>
                  </a:lnTo>
                  <a:lnTo>
                    <a:pt x="1439287" y="752117"/>
                  </a:lnTo>
                  <a:lnTo>
                    <a:pt x="1413150" y="715599"/>
                  </a:lnTo>
                  <a:lnTo>
                    <a:pt x="1386109" y="679787"/>
                  </a:lnTo>
                  <a:lnTo>
                    <a:pt x="1358182" y="644697"/>
                  </a:lnTo>
                  <a:lnTo>
                    <a:pt x="1329385" y="610346"/>
                  </a:lnTo>
                  <a:lnTo>
                    <a:pt x="1299735" y="576751"/>
                  </a:lnTo>
                  <a:lnTo>
                    <a:pt x="1269248" y="543927"/>
                  </a:lnTo>
                  <a:lnTo>
                    <a:pt x="1237941" y="511893"/>
                  </a:lnTo>
                  <a:lnTo>
                    <a:pt x="1205831" y="480664"/>
                  </a:lnTo>
                  <a:lnTo>
                    <a:pt x="1172934" y="450256"/>
                  </a:lnTo>
                  <a:lnTo>
                    <a:pt x="1139266" y="420688"/>
                  </a:lnTo>
                  <a:lnTo>
                    <a:pt x="1104846" y="391974"/>
                  </a:lnTo>
                  <a:lnTo>
                    <a:pt x="1069688" y="364132"/>
                  </a:lnTo>
                  <a:lnTo>
                    <a:pt x="1033811" y="337179"/>
                  </a:lnTo>
                  <a:lnTo>
                    <a:pt x="997230" y="311130"/>
                  </a:lnTo>
                  <a:lnTo>
                    <a:pt x="959962" y="286003"/>
                  </a:lnTo>
                  <a:lnTo>
                    <a:pt x="922024" y="261815"/>
                  </a:lnTo>
                  <a:lnTo>
                    <a:pt x="883432" y="238581"/>
                  </a:lnTo>
                  <a:lnTo>
                    <a:pt x="844204" y="216319"/>
                  </a:lnTo>
                  <a:lnTo>
                    <a:pt x="804355" y="195044"/>
                  </a:lnTo>
                  <a:lnTo>
                    <a:pt x="763903" y="174775"/>
                  </a:lnTo>
                  <a:lnTo>
                    <a:pt x="722863" y="155527"/>
                  </a:lnTo>
                  <a:lnTo>
                    <a:pt x="681254" y="137316"/>
                  </a:lnTo>
                  <a:lnTo>
                    <a:pt x="639091" y="120160"/>
                  </a:lnTo>
                  <a:lnTo>
                    <a:pt x="596390" y="104075"/>
                  </a:lnTo>
                  <a:lnTo>
                    <a:pt x="553170" y="89078"/>
                  </a:lnTo>
                  <a:lnTo>
                    <a:pt x="509446" y="75185"/>
                  </a:lnTo>
                  <a:lnTo>
                    <a:pt x="465235" y="62413"/>
                  </a:lnTo>
                  <a:lnTo>
                    <a:pt x="420553" y="50779"/>
                  </a:lnTo>
                  <a:lnTo>
                    <a:pt x="375418" y="40299"/>
                  </a:lnTo>
                  <a:lnTo>
                    <a:pt x="329845" y="30989"/>
                  </a:lnTo>
                  <a:lnTo>
                    <a:pt x="283853" y="22867"/>
                  </a:lnTo>
                  <a:lnTo>
                    <a:pt x="237456" y="15949"/>
                  </a:lnTo>
                  <a:lnTo>
                    <a:pt x="190672" y="10251"/>
                  </a:lnTo>
                  <a:lnTo>
                    <a:pt x="143518" y="5791"/>
                  </a:lnTo>
                  <a:lnTo>
                    <a:pt x="96010" y="2585"/>
                  </a:lnTo>
                  <a:lnTo>
                    <a:pt x="48165" y="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8E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9"/>
            <p:cNvSpPr/>
            <p:nvPr/>
          </p:nvSpPr>
          <p:spPr>
            <a:xfrm>
              <a:off x="10132725" y="4439824"/>
              <a:ext cx="471170" cy="393700"/>
            </a:xfrm>
            <a:custGeom>
              <a:rect b="b" l="l" r="r" t="t"/>
              <a:pathLst>
                <a:path extrusionOk="0" h="393700" w="471170">
                  <a:moveTo>
                    <a:pt x="471001" y="0"/>
                  </a:moveTo>
                  <a:lnTo>
                    <a:pt x="32791" y="1061"/>
                  </a:lnTo>
                  <a:lnTo>
                    <a:pt x="31975" y="50656"/>
                  </a:lnTo>
                  <a:lnTo>
                    <a:pt x="29292" y="100149"/>
                  </a:lnTo>
                  <a:lnTo>
                    <a:pt x="24747" y="149488"/>
                  </a:lnTo>
                  <a:lnTo>
                    <a:pt x="18346" y="198621"/>
                  </a:lnTo>
                  <a:lnTo>
                    <a:pt x="10095" y="247495"/>
                  </a:lnTo>
                  <a:lnTo>
                    <a:pt x="0" y="296058"/>
                  </a:lnTo>
                  <a:lnTo>
                    <a:pt x="427278" y="393327"/>
                  </a:lnTo>
                  <a:lnTo>
                    <a:pt x="437604" y="344806"/>
                  </a:lnTo>
                  <a:lnTo>
                    <a:pt x="446548" y="296042"/>
                  </a:lnTo>
                  <a:lnTo>
                    <a:pt x="454106" y="247064"/>
                  </a:lnTo>
                  <a:lnTo>
                    <a:pt x="460275" y="197901"/>
                  </a:lnTo>
                  <a:lnTo>
                    <a:pt x="465053" y="148584"/>
                  </a:lnTo>
                  <a:lnTo>
                    <a:pt x="468435" y="99142"/>
                  </a:lnTo>
                  <a:lnTo>
                    <a:pt x="470419" y="49604"/>
                  </a:lnTo>
                  <a:lnTo>
                    <a:pt x="471001" y="0"/>
                  </a:lnTo>
                  <a:close/>
                </a:path>
              </a:pathLst>
            </a:custGeom>
            <a:solidFill>
              <a:srgbClr val="1CAD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7097730" y="2691232"/>
              <a:ext cx="3462654" cy="3506470"/>
            </a:xfrm>
            <a:custGeom>
              <a:rect b="b" l="l" r="r" t="t"/>
              <a:pathLst>
                <a:path extrusionOk="0" h="3506470" w="3462654">
                  <a:moveTo>
                    <a:pt x="1753157" y="0"/>
                  </a:moveTo>
                  <a:lnTo>
                    <a:pt x="1704201" y="676"/>
                  </a:lnTo>
                  <a:lnTo>
                    <a:pt x="1655527" y="2695"/>
                  </a:lnTo>
                  <a:lnTo>
                    <a:pt x="1607154" y="6040"/>
                  </a:lnTo>
                  <a:lnTo>
                    <a:pt x="1559102" y="10696"/>
                  </a:lnTo>
                  <a:lnTo>
                    <a:pt x="1511392" y="16645"/>
                  </a:lnTo>
                  <a:lnTo>
                    <a:pt x="1464044" y="23873"/>
                  </a:lnTo>
                  <a:lnTo>
                    <a:pt x="1417077" y="32364"/>
                  </a:lnTo>
                  <a:lnTo>
                    <a:pt x="1370512" y="42100"/>
                  </a:lnTo>
                  <a:lnTo>
                    <a:pt x="1324370" y="53066"/>
                  </a:lnTo>
                  <a:lnTo>
                    <a:pt x="1278669" y="65246"/>
                  </a:lnTo>
                  <a:lnTo>
                    <a:pt x="1233431" y="78625"/>
                  </a:lnTo>
                  <a:lnTo>
                    <a:pt x="1188675" y="93185"/>
                  </a:lnTo>
                  <a:lnTo>
                    <a:pt x="1144422" y="108911"/>
                  </a:lnTo>
                  <a:lnTo>
                    <a:pt x="1100691" y="125787"/>
                  </a:lnTo>
                  <a:lnTo>
                    <a:pt x="1057503" y="143796"/>
                  </a:lnTo>
                  <a:lnTo>
                    <a:pt x="1014878" y="162924"/>
                  </a:lnTo>
                  <a:lnTo>
                    <a:pt x="972835" y="183153"/>
                  </a:lnTo>
                  <a:lnTo>
                    <a:pt x="931396" y="204468"/>
                  </a:lnTo>
                  <a:lnTo>
                    <a:pt x="890580" y="226852"/>
                  </a:lnTo>
                  <a:lnTo>
                    <a:pt x="850407" y="250290"/>
                  </a:lnTo>
                  <a:lnTo>
                    <a:pt x="810897" y="274766"/>
                  </a:lnTo>
                  <a:lnTo>
                    <a:pt x="772070" y="300263"/>
                  </a:lnTo>
                  <a:lnTo>
                    <a:pt x="733948" y="326765"/>
                  </a:lnTo>
                  <a:lnTo>
                    <a:pt x="696549" y="354257"/>
                  </a:lnTo>
                  <a:lnTo>
                    <a:pt x="659893" y="382722"/>
                  </a:lnTo>
                  <a:lnTo>
                    <a:pt x="624002" y="412145"/>
                  </a:lnTo>
                  <a:lnTo>
                    <a:pt x="588894" y="442509"/>
                  </a:lnTo>
                  <a:lnTo>
                    <a:pt x="554591" y="473798"/>
                  </a:lnTo>
                  <a:lnTo>
                    <a:pt x="521111" y="505996"/>
                  </a:lnTo>
                  <a:lnTo>
                    <a:pt x="488477" y="539087"/>
                  </a:lnTo>
                  <a:lnTo>
                    <a:pt x="456706" y="573055"/>
                  </a:lnTo>
                  <a:lnTo>
                    <a:pt x="425820" y="607885"/>
                  </a:lnTo>
                  <a:lnTo>
                    <a:pt x="395839" y="643559"/>
                  </a:lnTo>
                  <a:lnTo>
                    <a:pt x="366782" y="680063"/>
                  </a:lnTo>
                  <a:lnTo>
                    <a:pt x="338670" y="717379"/>
                  </a:lnTo>
                  <a:lnTo>
                    <a:pt x="311523" y="755492"/>
                  </a:lnTo>
                  <a:lnTo>
                    <a:pt x="285361" y="794386"/>
                  </a:lnTo>
                  <a:lnTo>
                    <a:pt x="260205" y="834045"/>
                  </a:lnTo>
                  <a:lnTo>
                    <a:pt x="236073" y="874452"/>
                  </a:lnTo>
                  <a:lnTo>
                    <a:pt x="212987" y="915592"/>
                  </a:lnTo>
                  <a:lnTo>
                    <a:pt x="190967" y="957449"/>
                  </a:lnTo>
                  <a:lnTo>
                    <a:pt x="170032" y="1000006"/>
                  </a:lnTo>
                  <a:lnTo>
                    <a:pt x="150202" y="1043248"/>
                  </a:lnTo>
                  <a:lnTo>
                    <a:pt x="131499" y="1087159"/>
                  </a:lnTo>
                  <a:lnTo>
                    <a:pt x="113941" y="1131721"/>
                  </a:lnTo>
                  <a:lnTo>
                    <a:pt x="97550" y="1176921"/>
                  </a:lnTo>
                  <a:lnTo>
                    <a:pt x="82344" y="1222740"/>
                  </a:lnTo>
                  <a:lnTo>
                    <a:pt x="68345" y="1269164"/>
                  </a:lnTo>
                  <a:lnTo>
                    <a:pt x="55572" y="1316177"/>
                  </a:lnTo>
                  <a:lnTo>
                    <a:pt x="44046" y="1363761"/>
                  </a:lnTo>
                  <a:lnTo>
                    <a:pt x="33971" y="1410950"/>
                  </a:lnTo>
                  <a:lnTo>
                    <a:pt x="25227" y="1458111"/>
                  </a:lnTo>
                  <a:lnTo>
                    <a:pt x="17801" y="1505225"/>
                  </a:lnTo>
                  <a:lnTo>
                    <a:pt x="11680" y="1552271"/>
                  </a:lnTo>
                  <a:lnTo>
                    <a:pt x="6852" y="1599229"/>
                  </a:lnTo>
                  <a:lnTo>
                    <a:pt x="3305" y="1646080"/>
                  </a:lnTo>
                  <a:lnTo>
                    <a:pt x="1025" y="1692804"/>
                  </a:lnTo>
                  <a:lnTo>
                    <a:pt x="0" y="1739380"/>
                  </a:lnTo>
                  <a:lnTo>
                    <a:pt x="217" y="1785788"/>
                  </a:lnTo>
                  <a:lnTo>
                    <a:pt x="1664" y="1832009"/>
                  </a:lnTo>
                  <a:lnTo>
                    <a:pt x="4329" y="1878022"/>
                  </a:lnTo>
                  <a:lnTo>
                    <a:pt x="8198" y="1923808"/>
                  </a:lnTo>
                  <a:lnTo>
                    <a:pt x="13260" y="1969346"/>
                  </a:lnTo>
                  <a:lnTo>
                    <a:pt x="19501" y="2014617"/>
                  </a:lnTo>
                  <a:lnTo>
                    <a:pt x="26909" y="2059600"/>
                  </a:lnTo>
                  <a:lnTo>
                    <a:pt x="35472" y="2104276"/>
                  </a:lnTo>
                  <a:lnTo>
                    <a:pt x="45176" y="2148624"/>
                  </a:lnTo>
                  <a:lnTo>
                    <a:pt x="56010" y="2192625"/>
                  </a:lnTo>
                  <a:lnTo>
                    <a:pt x="67960" y="2236258"/>
                  </a:lnTo>
                  <a:lnTo>
                    <a:pt x="81014" y="2279503"/>
                  </a:lnTo>
                  <a:lnTo>
                    <a:pt x="95160" y="2322341"/>
                  </a:lnTo>
                  <a:lnTo>
                    <a:pt x="110385" y="2364752"/>
                  </a:lnTo>
                  <a:lnTo>
                    <a:pt x="126676" y="2406715"/>
                  </a:lnTo>
                  <a:lnTo>
                    <a:pt x="144020" y="2448210"/>
                  </a:lnTo>
                  <a:lnTo>
                    <a:pt x="162406" y="2489218"/>
                  </a:lnTo>
                  <a:lnTo>
                    <a:pt x="181821" y="2529718"/>
                  </a:lnTo>
                  <a:lnTo>
                    <a:pt x="202251" y="2569691"/>
                  </a:lnTo>
                  <a:lnTo>
                    <a:pt x="223685" y="2609116"/>
                  </a:lnTo>
                  <a:lnTo>
                    <a:pt x="246110" y="2647974"/>
                  </a:lnTo>
                  <a:lnTo>
                    <a:pt x="269513" y="2686244"/>
                  </a:lnTo>
                  <a:lnTo>
                    <a:pt x="293881" y="2723907"/>
                  </a:lnTo>
                  <a:lnTo>
                    <a:pt x="319203" y="2760942"/>
                  </a:lnTo>
                  <a:lnTo>
                    <a:pt x="345465" y="2797330"/>
                  </a:lnTo>
                  <a:lnTo>
                    <a:pt x="372656" y="2833050"/>
                  </a:lnTo>
                  <a:lnTo>
                    <a:pt x="400761" y="2868082"/>
                  </a:lnTo>
                  <a:lnTo>
                    <a:pt x="429769" y="2902408"/>
                  </a:lnTo>
                  <a:lnTo>
                    <a:pt x="459668" y="2936005"/>
                  </a:lnTo>
                  <a:lnTo>
                    <a:pt x="490444" y="2968855"/>
                  </a:lnTo>
                  <a:lnTo>
                    <a:pt x="522085" y="3000938"/>
                  </a:lnTo>
                  <a:lnTo>
                    <a:pt x="554578" y="3032233"/>
                  </a:lnTo>
                  <a:lnTo>
                    <a:pt x="587911" y="3062720"/>
                  </a:lnTo>
                  <a:lnTo>
                    <a:pt x="622072" y="3092380"/>
                  </a:lnTo>
                  <a:lnTo>
                    <a:pt x="657047" y="3121192"/>
                  </a:lnTo>
                  <a:lnTo>
                    <a:pt x="692824" y="3149137"/>
                  </a:lnTo>
                  <a:lnTo>
                    <a:pt x="729391" y="3176194"/>
                  </a:lnTo>
                  <a:lnTo>
                    <a:pt x="766735" y="3202344"/>
                  </a:lnTo>
                  <a:lnTo>
                    <a:pt x="804843" y="3227567"/>
                  </a:lnTo>
                  <a:lnTo>
                    <a:pt x="843703" y="3251841"/>
                  </a:lnTo>
                  <a:lnTo>
                    <a:pt x="883302" y="3275149"/>
                  </a:lnTo>
                  <a:lnTo>
                    <a:pt x="923628" y="3297468"/>
                  </a:lnTo>
                  <a:lnTo>
                    <a:pt x="964667" y="3318781"/>
                  </a:lnTo>
                  <a:lnTo>
                    <a:pt x="1006408" y="3339065"/>
                  </a:lnTo>
                  <a:lnTo>
                    <a:pt x="1048838" y="3358302"/>
                  </a:lnTo>
                  <a:lnTo>
                    <a:pt x="1091944" y="3376472"/>
                  </a:lnTo>
                  <a:lnTo>
                    <a:pt x="1135714" y="3393554"/>
                  </a:lnTo>
                  <a:lnTo>
                    <a:pt x="1180135" y="3409529"/>
                  </a:lnTo>
                  <a:lnTo>
                    <a:pt x="1225195" y="3424376"/>
                  </a:lnTo>
                  <a:lnTo>
                    <a:pt x="1270880" y="3438075"/>
                  </a:lnTo>
                  <a:lnTo>
                    <a:pt x="1317179" y="3450608"/>
                  </a:lnTo>
                  <a:lnTo>
                    <a:pt x="1364079" y="3461952"/>
                  </a:lnTo>
                  <a:lnTo>
                    <a:pt x="1411268" y="3472027"/>
                  </a:lnTo>
                  <a:lnTo>
                    <a:pt x="1458429" y="3480771"/>
                  </a:lnTo>
                  <a:lnTo>
                    <a:pt x="1505542" y="3488197"/>
                  </a:lnTo>
                  <a:lnTo>
                    <a:pt x="1552589" y="3494318"/>
                  </a:lnTo>
                  <a:lnTo>
                    <a:pt x="1599547" y="3499146"/>
                  </a:lnTo>
                  <a:lnTo>
                    <a:pt x="1646398" y="3502693"/>
                  </a:lnTo>
                  <a:lnTo>
                    <a:pt x="1693122" y="3504973"/>
                  </a:lnTo>
                  <a:lnTo>
                    <a:pt x="1739698" y="3505998"/>
                  </a:lnTo>
                  <a:lnTo>
                    <a:pt x="1786106" y="3505781"/>
                  </a:lnTo>
                  <a:lnTo>
                    <a:pt x="1832327" y="3504334"/>
                  </a:lnTo>
                  <a:lnTo>
                    <a:pt x="1878341" y="3501669"/>
                  </a:lnTo>
                  <a:lnTo>
                    <a:pt x="1924126" y="3497799"/>
                  </a:lnTo>
                  <a:lnTo>
                    <a:pt x="1969665" y="3492738"/>
                  </a:lnTo>
                  <a:lnTo>
                    <a:pt x="2014935" y="3486497"/>
                  </a:lnTo>
                  <a:lnTo>
                    <a:pt x="2059919" y="3479089"/>
                  </a:lnTo>
                  <a:lnTo>
                    <a:pt x="2104594" y="3470526"/>
                  </a:lnTo>
                  <a:lnTo>
                    <a:pt x="2148942" y="3460822"/>
                  </a:lnTo>
                  <a:lnTo>
                    <a:pt x="2192943" y="3449988"/>
                  </a:lnTo>
                  <a:lnTo>
                    <a:pt x="2236576" y="3438038"/>
                  </a:lnTo>
                  <a:lnTo>
                    <a:pt x="2279822" y="3424984"/>
                  </a:lnTo>
                  <a:lnTo>
                    <a:pt x="2322660" y="3410838"/>
                  </a:lnTo>
                  <a:lnTo>
                    <a:pt x="2365070" y="3395613"/>
                  </a:lnTo>
                  <a:lnTo>
                    <a:pt x="2407033" y="3379322"/>
                  </a:lnTo>
                  <a:lnTo>
                    <a:pt x="2448529" y="3361977"/>
                  </a:lnTo>
                  <a:lnTo>
                    <a:pt x="2489536" y="3343592"/>
                  </a:lnTo>
                  <a:lnTo>
                    <a:pt x="2530037" y="3324177"/>
                  </a:lnTo>
                  <a:lnTo>
                    <a:pt x="2570010" y="3303747"/>
                  </a:lnTo>
                  <a:lnTo>
                    <a:pt x="2609435" y="3282313"/>
                  </a:lnTo>
                  <a:lnTo>
                    <a:pt x="2648293" y="3259888"/>
                  </a:lnTo>
                  <a:lnTo>
                    <a:pt x="2686563" y="3236485"/>
                  </a:lnTo>
                  <a:lnTo>
                    <a:pt x="2724226" y="3212116"/>
                  </a:lnTo>
                  <a:lnTo>
                    <a:pt x="2761261" y="3186795"/>
                  </a:lnTo>
                  <a:lnTo>
                    <a:pt x="2797648" y="3160532"/>
                  </a:lnTo>
                  <a:lnTo>
                    <a:pt x="2833368" y="3133342"/>
                  </a:lnTo>
                  <a:lnTo>
                    <a:pt x="2868401" y="3105237"/>
                  </a:lnTo>
                  <a:lnTo>
                    <a:pt x="2902726" y="3076228"/>
                  </a:lnTo>
                  <a:lnTo>
                    <a:pt x="2936324" y="3046330"/>
                  </a:lnTo>
                  <a:lnTo>
                    <a:pt x="2969174" y="3015554"/>
                  </a:lnTo>
                  <a:lnTo>
                    <a:pt x="3001256" y="2983913"/>
                  </a:lnTo>
                  <a:lnTo>
                    <a:pt x="3032551" y="2951419"/>
                  </a:lnTo>
                  <a:lnTo>
                    <a:pt x="3063038" y="2918086"/>
                  </a:lnTo>
                  <a:lnTo>
                    <a:pt x="3092698" y="2883926"/>
                  </a:lnTo>
                  <a:lnTo>
                    <a:pt x="3121511" y="2848950"/>
                  </a:lnTo>
                  <a:lnTo>
                    <a:pt x="3149456" y="2813173"/>
                  </a:lnTo>
                  <a:lnTo>
                    <a:pt x="3176513" y="2776606"/>
                  </a:lnTo>
                  <a:lnTo>
                    <a:pt x="3202663" y="2739262"/>
                  </a:lnTo>
                  <a:lnTo>
                    <a:pt x="3227885" y="2701154"/>
                  </a:lnTo>
                  <a:lnTo>
                    <a:pt x="3252160" y="2662294"/>
                  </a:lnTo>
                  <a:lnTo>
                    <a:pt x="3275467" y="2622695"/>
                  </a:lnTo>
                  <a:lnTo>
                    <a:pt x="3297787" y="2582370"/>
                  </a:lnTo>
                  <a:lnTo>
                    <a:pt x="3319099" y="2541330"/>
                  </a:lnTo>
                  <a:lnTo>
                    <a:pt x="3339383" y="2499589"/>
                  </a:lnTo>
                  <a:lnTo>
                    <a:pt x="3358621" y="2457159"/>
                  </a:lnTo>
                  <a:lnTo>
                    <a:pt x="3376790" y="2414053"/>
                  </a:lnTo>
                  <a:lnTo>
                    <a:pt x="3393872" y="2370283"/>
                  </a:lnTo>
                  <a:lnTo>
                    <a:pt x="3409847" y="2325862"/>
                  </a:lnTo>
                  <a:lnTo>
                    <a:pt x="3424694" y="2280802"/>
                  </a:lnTo>
                  <a:lnTo>
                    <a:pt x="3438393" y="2235117"/>
                  </a:lnTo>
                  <a:lnTo>
                    <a:pt x="3450925" y="2188818"/>
                  </a:lnTo>
                  <a:lnTo>
                    <a:pt x="3462270" y="2141918"/>
                  </a:lnTo>
                  <a:lnTo>
                    <a:pt x="3034994" y="2044649"/>
                  </a:lnTo>
                  <a:lnTo>
                    <a:pt x="3023424" y="2091518"/>
                  </a:lnTo>
                  <a:lnTo>
                    <a:pt x="3010244" y="2137639"/>
                  </a:lnTo>
                  <a:lnTo>
                    <a:pt x="2995488" y="2182982"/>
                  </a:lnTo>
                  <a:lnTo>
                    <a:pt x="2979191" y="2227520"/>
                  </a:lnTo>
                  <a:lnTo>
                    <a:pt x="2961386" y="2271227"/>
                  </a:lnTo>
                  <a:lnTo>
                    <a:pt x="2942109" y="2314075"/>
                  </a:lnTo>
                  <a:lnTo>
                    <a:pt x="2921393" y="2356035"/>
                  </a:lnTo>
                  <a:lnTo>
                    <a:pt x="2899273" y="2397082"/>
                  </a:lnTo>
                  <a:lnTo>
                    <a:pt x="2875784" y="2437187"/>
                  </a:lnTo>
                  <a:lnTo>
                    <a:pt x="2850958" y="2476324"/>
                  </a:lnTo>
                  <a:lnTo>
                    <a:pt x="2824832" y="2514464"/>
                  </a:lnTo>
                  <a:lnTo>
                    <a:pt x="2797439" y="2551580"/>
                  </a:lnTo>
                  <a:lnTo>
                    <a:pt x="2768814" y="2587645"/>
                  </a:lnTo>
                  <a:lnTo>
                    <a:pt x="2738991" y="2622632"/>
                  </a:lnTo>
                  <a:lnTo>
                    <a:pt x="2708004" y="2656513"/>
                  </a:lnTo>
                  <a:lnTo>
                    <a:pt x="2675888" y="2689260"/>
                  </a:lnTo>
                  <a:lnTo>
                    <a:pt x="2642677" y="2720846"/>
                  </a:lnTo>
                  <a:lnTo>
                    <a:pt x="2608406" y="2751244"/>
                  </a:lnTo>
                  <a:lnTo>
                    <a:pt x="2573108" y="2780427"/>
                  </a:lnTo>
                  <a:lnTo>
                    <a:pt x="2536818" y="2808367"/>
                  </a:lnTo>
                  <a:lnTo>
                    <a:pt x="2499571" y="2835036"/>
                  </a:lnTo>
                  <a:lnTo>
                    <a:pt x="2461401" y="2860407"/>
                  </a:lnTo>
                  <a:lnTo>
                    <a:pt x="2422341" y="2884453"/>
                  </a:lnTo>
                  <a:lnTo>
                    <a:pt x="2382428" y="2907146"/>
                  </a:lnTo>
                  <a:lnTo>
                    <a:pt x="2341694" y="2928460"/>
                  </a:lnTo>
                  <a:lnTo>
                    <a:pt x="2300175" y="2948365"/>
                  </a:lnTo>
                  <a:lnTo>
                    <a:pt x="2257904" y="2966836"/>
                  </a:lnTo>
                  <a:lnTo>
                    <a:pt x="2214916" y="2983844"/>
                  </a:lnTo>
                  <a:lnTo>
                    <a:pt x="2171246" y="2999363"/>
                  </a:lnTo>
                  <a:lnTo>
                    <a:pt x="2126927" y="3013365"/>
                  </a:lnTo>
                  <a:lnTo>
                    <a:pt x="2081994" y="3025822"/>
                  </a:lnTo>
                  <a:lnTo>
                    <a:pt x="2036482" y="3036706"/>
                  </a:lnTo>
                  <a:lnTo>
                    <a:pt x="1990424" y="3045992"/>
                  </a:lnTo>
                  <a:lnTo>
                    <a:pt x="1943856" y="3053651"/>
                  </a:lnTo>
                  <a:lnTo>
                    <a:pt x="1896811" y="3059655"/>
                  </a:lnTo>
                  <a:lnTo>
                    <a:pt x="1849323" y="3063978"/>
                  </a:lnTo>
                  <a:lnTo>
                    <a:pt x="1801428" y="3066592"/>
                  </a:lnTo>
                  <a:lnTo>
                    <a:pt x="1753160" y="3067469"/>
                  </a:lnTo>
                  <a:lnTo>
                    <a:pt x="1704965" y="3066602"/>
                  </a:lnTo>
                  <a:lnTo>
                    <a:pt x="1657207" y="3064021"/>
                  </a:lnTo>
                  <a:lnTo>
                    <a:pt x="1609916" y="3059755"/>
                  </a:lnTo>
                  <a:lnTo>
                    <a:pt x="1563122" y="3053835"/>
                  </a:lnTo>
                  <a:lnTo>
                    <a:pt x="1516853" y="3046289"/>
                  </a:lnTo>
                  <a:lnTo>
                    <a:pt x="1471141" y="3037148"/>
                  </a:lnTo>
                  <a:lnTo>
                    <a:pt x="1426014" y="3026441"/>
                  </a:lnTo>
                  <a:lnTo>
                    <a:pt x="1381502" y="3014198"/>
                  </a:lnTo>
                  <a:lnTo>
                    <a:pt x="1337635" y="3000449"/>
                  </a:lnTo>
                  <a:lnTo>
                    <a:pt x="1294443" y="2985223"/>
                  </a:lnTo>
                  <a:lnTo>
                    <a:pt x="1251955" y="2968550"/>
                  </a:lnTo>
                  <a:lnTo>
                    <a:pt x="1210201" y="2950460"/>
                  </a:lnTo>
                  <a:lnTo>
                    <a:pt x="1169211" y="2930983"/>
                  </a:lnTo>
                  <a:lnTo>
                    <a:pt x="1129014" y="2910147"/>
                  </a:lnTo>
                  <a:lnTo>
                    <a:pt x="1089641" y="2887984"/>
                  </a:lnTo>
                  <a:lnTo>
                    <a:pt x="1051120" y="2864522"/>
                  </a:lnTo>
                  <a:lnTo>
                    <a:pt x="1013482" y="2839792"/>
                  </a:lnTo>
                  <a:lnTo>
                    <a:pt x="976756" y="2813822"/>
                  </a:lnTo>
                  <a:lnTo>
                    <a:pt x="940972" y="2786643"/>
                  </a:lnTo>
                  <a:lnTo>
                    <a:pt x="906160" y="2758285"/>
                  </a:lnTo>
                  <a:lnTo>
                    <a:pt x="872350" y="2728777"/>
                  </a:lnTo>
                  <a:lnTo>
                    <a:pt x="839570" y="2698148"/>
                  </a:lnTo>
                  <a:lnTo>
                    <a:pt x="807851" y="2666429"/>
                  </a:lnTo>
                  <a:lnTo>
                    <a:pt x="777222" y="2633650"/>
                  </a:lnTo>
                  <a:lnTo>
                    <a:pt x="747714" y="2599839"/>
                  </a:lnTo>
                  <a:lnTo>
                    <a:pt x="719356" y="2565027"/>
                  </a:lnTo>
                  <a:lnTo>
                    <a:pt x="692177" y="2529243"/>
                  </a:lnTo>
                  <a:lnTo>
                    <a:pt x="666207" y="2492517"/>
                  </a:lnTo>
                  <a:lnTo>
                    <a:pt x="641477" y="2454879"/>
                  </a:lnTo>
                  <a:lnTo>
                    <a:pt x="618015" y="2416358"/>
                  </a:lnTo>
                  <a:lnTo>
                    <a:pt x="595852" y="2376985"/>
                  </a:lnTo>
                  <a:lnTo>
                    <a:pt x="575016" y="2336788"/>
                  </a:lnTo>
                  <a:lnTo>
                    <a:pt x="555539" y="2295798"/>
                  </a:lnTo>
                  <a:lnTo>
                    <a:pt x="537449" y="2254044"/>
                  </a:lnTo>
                  <a:lnTo>
                    <a:pt x="520776" y="2211557"/>
                  </a:lnTo>
                  <a:lnTo>
                    <a:pt x="505550" y="2168364"/>
                  </a:lnTo>
                  <a:lnTo>
                    <a:pt x="491801" y="2124497"/>
                  </a:lnTo>
                  <a:lnTo>
                    <a:pt x="479558" y="2079986"/>
                  </a:lnTo>
                  <a:lnTo>
                    <a:pt x="468851" y="2034859"/>
                  </a:lnTo>
                  <a:lnTo>
                    <a:pt x="459710" y="1989146"/>
                  </a:lnTo>
                  <a:lnTo>
                    <a:pt x="452164" y="1942878"/>
                  </a:lnTo>
                  <a:lnTo>
                    <a:pt x="446244" y="1896083"/>
                  </a:lnTo>
                  <a:lnTo>
                    <a:pt x="441978" y="1848792"/>
                  </a:lnTo>
                  <a:lnTo>
                    <a:pt x="439397" y="1801034"/>
                  </a:lnTo>
                  <a:lnTo>
                    <a:pt x="438529" y="1752840"/>
                  </a:lnTo>
                  <a:lnTo>
                    <a:pt x="439397" y="1704645"/>
                  </a:lnTo>
                  <a:lnTo>
                    <a:pt x="441978" y="1656887"/>
                  </a:lnTo>
                  <a:lnTo>
                    <a:pt x="446244" y="1609596"/>
                  </a:lnTo>
                  <a:lnTo>
                    <a:pt x="452164" y="1562802"/>
                  </a:lnTo>
                  <a:lnTo>
                    <a:pt x="459710" y="1516533"/>
                  </a:lnTo>
                  <a:lnTo>
                    <a:pt x="468851" y="1470821"/>
                  </a:lnTo>
                  <a:lnTo>
                    <a:pt x="479558" y="1425693"/>
                  </a:lnTo>
                  <a:lnTo>
                    <a:pt x="491801" y="1381182"/>
                  </a:lnTo>
                  <a:lnTo>
                    <a:pt x="505550" y="1337315"/>
                  </a:lnTo>
                  <a:lnTo>
                    <a:pt x="520776" y="1294122"/>
                  </a:lnTo>
                  <a:lnTo>
                    <a:pt x="537449" y="1251635"/>
                  </a:lnTo>
                  <a:lnTo>
                    <a:pt x="555539" y="1209881"/>
                  </a:lnTo>
                  <a:lnTo>
                    <a:pt x="575016" y="1168891"/>
                  </a:lnTo>
                  <a:lnTo>
                    <a:pt x="595852" y="1128694"/>
                  </a:lnTo>
                  <a:lnTo>
                    <a:pt x="618015" y="1089321"/>
                  </a:lnTo>
                  <a:lnTo>
                    <a:pt x="641477" y="1050800"/>
                  </a:lnTo>
                  <a:lnTo>
                    <a:pt x="666207" y="1013162"/>
                  </a:lnTo>
                  <a:lnTo>
                    <a:pt x="692177" y="976436"/>
                  </a:lnTo>
                  <a:lnTo>
                    <a:pt x="719356" y="940652"/>
                  </a:lnTo>
                  <a:lnTo>
                    <a:pt x="747714" y="905840"/>
                  </a:lnTo>
                  <a:lnTo>
                    <a:pt x="777222" y="872029"/>
                  </a:lnTo>
                  <a:lnTo>
                    <a:pt x="807851" y="839249"/>
                  </a:lnTo>
                  <a:lnTo>
                    <a:pt x="839570" y="807531"/>
                  </a:lnTo>
                  <a:lnTo>
                    <a:pt x="872350" y="776902"/>
                  </a:lnTo>
                  <a:lnTo>
                    <a:pt x="906160" y="747394"/>
                  </a:lnTo>
                  <a:lnTo>
                    <a:pt x="940972" y="719035"/>
                  </a:lnTo>
                  <a:lnTo>
                    <a:pt x="976756" y="691857"/>
                  </a:lnTo>
                  <a:lnTo>
                    <a:pt x="1013482" y="665887"/>
                  </a:lnTo>
                  <a:lnTo>
                    <a:pt x="1051120" y="641157"/>
                  </a:lnTo>
                  <a:lnTo>
                    <a:pt x="1089641" y="617695"/>
                  </a:lnTo>
                  <a:lnTo>
                    <a:pt x="1129014" y="595531"/>
                  </a:lnTo>
                  <a:lnTo>
                    <a:pt x="1169211" y="574696"/>
                  </a:lnTo>
                  <a:lnTo>
                    <a:pt x="1210201" y="555219"/>
                  </a:lnTo>
                  <a:lnTo>
                    <a:pt x="1251955" y="537129"/>
                  </a:lnTo>
                  <a:lnTo>
                    <a:pt x="1294443" y="520456"/>
                  </a:lnTo>
                  <a:lnTo>
                    <a:pt x="1337635" y="505230"/>
                  </a:lnTo>
                  <a:lnTo>
                    <a:pt x="1381502" y="491481"/>
                  </a:lnTo>
                  <a:lnTo>
                    <a:pt x="1426014" y="479238"/>
                  </a:lnTo>
                  <a:lnTo>
                    <a:pt x="1471141" y="468531"/>
                  </a:lnTo>
                  <a:lnTo>
                    <a:pt x="1516853" y="459390"/>
                  </a:lnTo>
                  <a:lnTo>
                    <a:pt x="1563122" y="451844"/>
                  </a:lnTo>
                  <a:lnTo>
                    <a:pt x="1609916" y="445923"/>
                  </a:lnTo>
                  <a:lnTo>
                    <a:pt x="1657207" y="441657"/>
                  </a:lnTo>
                  <a:lnTo>
                    <a:pt x="1704965" y="439076"/>
                  </a:lnTo>
                  <a:lnTo>
                    <a:pt x="1753160" y="438209"/>
                  </a:lnTo>
                  <a:lnTo>
                    <a:pt x="1753157" y="0"/>
                  </a:lnTo>
                  <a:close/>
                </a:path>
              </a:pathLst>
            </a:custGeom>
            <a:solidFill>
              <a:srgbClr val="A1CF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9624603" y="2992060"/>
              <a:ext cx="738505" cy="676910"/>
            </a:xfrm>
            <a:custGeom>
              <a:rect b="b" l="l" r="r" t="t"/>
              <a:pathLst>
                <a:path extrusionOk="0" h="676910" w="738504">
                  <a:moveTo>
                    <a:pt x="0" y="676422"/>
                  </a:moveTo>
                  <a:lnTo>
                    <a:pt x="680685" y="0"/>
                  </a:lnTo>
                  <a:lnTo>
                    <a:pt x="738080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9939708" y="4565106"/>
              <a:ext cx="896619" cy="128905"/>
            </a:xfrm>
            <a:custGeom>
              <a:rect b="b" l="l" r="r" t="t"/>
              <a:pathLst>
                <a:path extrusionOk="0" h="128904" w="896620">
                  <a:moveTo>
                    <a:pt x="0" y="0"/>
                  </a:moveTo>
                  <a:lnTo>
                    <a:pt x="838020" y="128445"/>
                  </a:lnTo>
                  <a:lnTo>
                    <a:pt x="896418" y="128445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7199212" y="3377101"/>
              <a:ext cx="795655" cy="1750695"/>
            </a:xfrm>
            <a:custGeom>
              <a:rect b="b" l="l" r="r" t="t"/>
              <a:pathLst>
                <a:path extrusionOk="0" h="1750695" w="795654">
                  <a:moveTo>
                    <a:pt x="795355" y="1750261"/>
                  </a:moveTo>
                  <a:lnTo>
                    <a:pt x="58076" y="0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9"/>
          <p:cNvSpPr txBox="1"/>
          <p:nvPr/>
        </p:nvSpPr>
        <p:spPr>
          <a:xfrm>
            <a:off x="10388082" y="2841244"/>
            <a:ext cx="8858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4367, 25%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10861525" y="4545076"/>
            <a:ext cx="6794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630, 4%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6185561" y="3228340"/>
            <a:ext cx="988694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12498, 71%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457261" y="1985771"/>
            <a:ext cx="272923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Listing Count by Stay Term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393281" y="4024715"/>
            <a:ext cx="97790" cy="97790"/>
          </a:xfrm>
          <a:custGeom>
            <a:rect b="b" l="l" r="r" t="t"/>
            <a:pathLst>
              <a:path extrusionOk="0" h="97789" w="97790">
                <a:moveTo>
                  <a:pt x="97641" y="0"/>
                </a:moveTo>
                <a:lnTo>
                  <a:pt x="0" y="0"/>
                </a:lnTo>
                <a:lnTo>
                  <a:pt x="0" y="97641"/>
                </a:lnTo>
                <a:lnTo>
                  <a:pt x="97641" y="97641"/>
                </a:lnTo>
                <a:lnTo>
                  <a:pt x="97641" y="0"/>
                </a:lnTo>
                <a:close/>
              </a:path>
            </a:pathLst>
          </a:custGeom>
          <a:solidFill>
            <a:srgbClr val="158EB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8393281" y="4362060"/>
            <a:ext cx="97790" cy="97790"/>
          </a:xfrm>
          <a:custGeom>
            <a:rect b="b" l="l" r="r" t="t"/>
            <a:pathLst>
              <a:path extrusionOk="0" h="97789" w="97790">
                <a:moveTo>
                  <a:pt x="97641" y="0"/>
                </a:moveTo>
                <a:lnTo>
                  <a:pt x="0" y="0"/>
                </a:lnTo>
                <a:lnTo>
                  <a:pt x="0" y="97641"/>
                </a:lnTo>
                <a:lnTo>
                  <a:pt x="97641" y="97641"/>
                </a:lnTo>
                <a:lnTo>
                  <a:pt x="97641" y="0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8393281" y="4699406"/>
            <a:ext cx="97790" cy="97790"/>
          </a:xfrm>
          <a:custGeom>
            <a:rect b="b" l="l" r="r" t="t"/>
            <a:pathLst>
              <a:path extrusionOk="0" h="97789" w="97790">
                <a:moveTo>
                  <a:pt x="97641" y="0"/>
                </a:moveTo>
                <a:lnTo>
                  <a:pt x="0" y="0"/>
                </a:lnTo>
                <a:lnTo>
                  <a:pt x="0" y="97641"/>
                </a:lnTo>
                <a:lnTo>
                  <a:pt x="97641" y="97641"/>
                </a:lnTo>
                <a:lnTo>
                  <a:pt x="97641" y="0"/>
                </a:lnTo>
                <a:close/>
              </a:path>
            </a:pathLst>
          </a:custGeom>
          <a:solidFill>
            <a:srgbClr val="A1CF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8522280" y="3799332"/>
            <a:ext cx="815340" cy="104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58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long-term mid-term short-term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71" name="Google Shape;171;p9"/>
          <p:cNvSpPr txBox="1"/>
          <p:nvPr>
            <p:ph type="title"/>
          </p:nvPr>
        </p:nvSpPr>
        <p:spPr>
          <a:xfrm>
            <a:off x="5915125" y="1200090"/>
            <a:ext cx="5913755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Insight #1: Most listings are available for short-term stay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76" name="Google Shape;176;p10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STAY TERM</a:t>
            </a:r>
            <a:endParaRPr/>
          </a:p>
        </p:txBody>
      </p:sp>
      <p:graphicFrame>
        <p:nvGraphicFramePr>
          <p:cNvPr id="177" name="Google Shape;177;p10"/>
          <p:cNvGraphicFramePr/>
          <p:nvPr/>
        </p:nvGraphicFramePr>
        <p:xfrm>
          <a:off x="3088624" y="27733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{E145C8C8-A39E-4A7E-B5B9-2740D2D3B551}</a:tableStyleId>
              </a:tblPr>
              <a:tblGrid>
                <a:gridCol w="1595125"/>
                <a:gridCol w="1845300"/>
                <a:gridCol w="2138050"/>
              </a:tblGrid>
              <a:tr h="98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Stay term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76860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price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57150" marR="0" rtl="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 per month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long-term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46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1428.23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3F5"/>
                    </a:solidFill>
                  </a:tcPr>
                </a:tc>
              </a:tr>
              <a:tr h="495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mid-term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11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46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1611.00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11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11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1FA"/>
                    </a:solidFill>
                  </a:tcPr>
                </a:tc>
              </a:tr>
              <a:tr h="523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short-term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38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46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1866.85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38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38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3F5"/>
                    </a:solidFill>
                  </a:tcPr>
                </a:tc>
              </a:tr>
              <a:tr h="4451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1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46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1748.15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1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1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1FA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10"/>
          <p:cNvSpPr txBox="1"/>
          <p:nvPr/>
        </p:nvSpPr>
        <p:spPr>
          <a:xfrm>
            <a:off x="1115567" y="1877824"/>
            <a:ext cx="9628505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4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Insight #2: Short-term listing has the highest average price and average reviews per month.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6481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 txBox="1"/>
          <p:nvPr/>
        </p:nvSpPr>
        <p:spPr>
          <a:xfrm>
            <a:off x="722208" y="2619756"/>
            <a:ext cx="22479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000">
            <a:spAutoFit/>
          </a:bodyPr>
          <a:lstStyle/>
          <a:p>
            <a:pPr indent="0" lvl="0" marL="12700" marR="508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FINDINGS: ROOM TYPE</a:t>
            </a:r>
            <a:endParaRPr sz="5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5" name="Google Shape;185;p11"/>
          <p:cNvGrpSpPr/>
          <p:nvPr/>
        </p:nvGrpSpPr>
        <p:grpSpPr>
          <a:xfrm>
            <a:off x="6483627" y="2566182"/>
            <a:ext cx="3877487" cy="3855700"/>
            <a:chOff x="6483627" y="2566182"/>
            <a:chExt cx="3877487" cy="3855700"/>
          </a:xfrm>
        </p:grpSpPr>
        <p:sp>
          <p:nvSpPr>
            <p:cNvPr id="186" name="Google Shape;186;p11"/>
            <p:cNvSpPr/>
            <p:nvPr/>
          </p:nvSpPr>
          <p:spPr>
            <a:xfrm>
              <a:off x="6669224" y="2566182"/>
              <a:ext cx="3691890" cy="3844925"/>
            </a:xfrm>
            <a:custGeom>
              <a:rect b="b" l="l" r="r" t="t"/>
              <a:pathLst>
                <a:path extrusionOk="0" h="3844925" w="3691890">
                  <a:moveTo>
                    <a:pt x="1795231" y="58"/>
                  </a:moveTo>
                  <a:lnTo>
                    <a:pt x="1749838" y="0"/>
                  </a:lnTo>
                  <a:lnTo>
                    <a:pt x="1704543" y="1016"/>
                  </a:lnTo>
                  <a:lnTo>
                    <a:pt x="1659365" y="3101"/>
                  </a:lnTo>
                  <a:lnTo>
                    <a:pt x="1614321" y="6247"/>
                  </a:lnTo>
                  <a:lnTo>
                    <a:pt x="1569430" y="10445"/>
                  </a:lnTo>
                  <a:lnTo>
                    <a:pt x="1524710" y="15690"/>
                  </a:lnTo>
                  <a:lnTo>
                    <a:pt x="1480178" y="21974"/>
                  </a:lnTo>
                  <a:lnTo>
                    <a:pt x="1435854" y="29289"/>
                  </a:lnTo>
                  <a:lnTo>
                    <a:pt x="1391754" y="37629"/>
                  </a:lnTo>
                  <a:lnTo>
                    <a:pt x="1347897" y="46985"/>
                  </a:lnTo>
                  <a:lnTo>
                    <a:pt x="1304301" y="57351"/>
                  </a:lnTo>
                  <a:lnTo>
                    <a:pt x="1260984" y="68719"/>
                  </a:lnTo>
                  <a:lnTo>
                    <a:pt x="1217964" y="81083"/>
                  </a:lnTo>
                  <a:lnTo>
                    <a:pt x="1175260" y="94434"/>
                  </a:lnTo>
                  <a:lnTo>
                    <a:pt x="1132888" y="108766"/>
                  </a:lnTo>
                  <a:lnTo>
                    <a:pt x="1090868" y="124070"/>
                  </a:lnTo>
                  <a:lnTo>
                    <a:pt x="1049216" y="140341"/>
                  </a:lnTo>
                  <a:lnTo>
                    <a:pt x="1007952" y="157570"/>
                  </a:lnTo>
                  <a:lnTo>
                    <a:pt x="967094" y="175751"/>
                  </a:lnTo>
                  <a:lnTo>
                    <a:pt x="926659" y="194875"/>
                  </a:lnTo>
                  <a:lnTo>
                    <a:pt x="886665" y="214936"/>
                  </a:lnTo>
                  <a:lnTo>
                    <a:pt x="847131" y="235927"/>
                  </a:lnTo>
                  <a:lnTo>
                    <a:pt x="808074" y="257840"/>
                  </a:lnTo>
                  <a:lnTo>
                    <a:pt x="769513" y="280667"/>
                  </a:lnTo>
                  <a:lnTo>
                    <a:pt x="731466" y="304403"/>
                  </a:lnTo>
                  <a:lnTo>
                    <a:pt x="693950" y="329038"/>
                  </a:lnTo>
                  <a:lnTo>
                    <a:pt x="656984" y="354566"/>
                  </a:lnTo>
                  <a:lnTo>
                    <a:pt x="620585" y="380980"/>
                  </a:lnTo>
                  <a:lnTo>
                    <a:pt x="584773" y="408273"/>
                  </a:lnTo>
                  <a:lnTo>
                    <a:pt x="549564" y="436436"/>
                  </a:lnTo>
                  <a:lnTo>
                    <a:pt x="514978" y="465463"/>
                  </a:lnTo>
                  <a:lnTo>
                    <a:pt x="481031" y="495347"/>
                  </a:lnTo>
                  <a:lnTo>
                    <a:pt x="447742" y="526080"/>
                  </a:lnTo>
                  <a:lnTo>
                    <a:pt x="415130" y="557655"/>
                  </a:lnTo>
                  <a:lnTo>
                    <a:pt x="383211" y="590064"/>
                  </a:lnTo>
                  <a:lnTo>
                    <a:pt x="352005" y="623301"/>
                  </a:lnTo>
                  <a:lnTo>
                    <a:pt x="321529" y="657358"/>
                  </a:lnTo>
                  <a:lnTo>
                    <a:pt x="291801" y="692228"/>
                  </a:lnTo>
                  <a:lnTo>
                    <a:pt x="262839" y="727903"/>
                  </a:lnTo>
                  <a:lnTo>
                    <a:pt x="234662" y="764376"/>
                  </a:lnTo>
                  <a:lnTo>
                    <a:pt x="207287" y="801640"/>
                  </a:lnTo>
                  <a:lnTo>
                    <a:pt x="180733" y="839688"/>
                  </a:lnTo>
                  <a:lnTo>
                    <a:pt x="155017" y="878512"/>
                  </a:lnTo>
                  <a:lnTo>
                    <a:pt x="130157" y="918105"/>
                  </a:lnTo>
                  <a:lnTo>
                    <a:pt x="106173" y="958459"/>
                  </a:lnTo>
                  <a:lnTo>
                    <a:pt x="83081" y="999568"/>
                  </a:lnTo>
                  <a:lnTo>
                    <a:pt x="60899" y="1041425"/>
                  </a:lnTo>
                  <a:lnTo>
                    <a:pt x="39646" y="1084021"/>
                  </a:lnTo>
                  <a:lnTo>
                    <a:pt x="19341" y="1127349"/>
                  </a:lnTo>
                  <a:lnTo>
                    <a:pt x="0" y="1171403"/>
                  </a:lnTo>
                  <a:lnTo>
                    <a:pt x="1769211" y="1922388"/>
                  </a:lnTo>
                  <a:lnTo>
                    <a:pt x="1581421" y="3835194"/>
                  </a:lnTo>
                  <a:lnTo>
                    <a:pt x="1630553" y="3839388"/>
                  </a:lnTo>
                  <a:lnTo>
                    <a:pt x="1679566" y="3842317"/>
                  </a:lnTo>
                  <a:lnTo>
                    <a:pt x="1728440" y="3843995"/>
                  </a:lnTo>
                  <a:lnTo>
                    <a:pt x="1777156" y="3844432"/>
                  </a:lnTo>
                  <a:lnTo>
                    <a:pt x="1825695" y="3843639"/>
                  </a:lnTo>
                  <a:lnTo>
                    <a:pt x="1874039" y="3841628"/>
                  </a:lnTo>
                  <a:lnTo>
                    <a:pt x="1922168" y="3838409"/>
                  </a:lnTo>
                  <a:lnTo>
                    <a:pt x="1970064" y="3833995"/>
                  </a:lnTo>
                  <a:lnTo>
                    <a:pt x="2017706" y="3828397"/>
                  </a:lnTo>
                  <a:lnTo>
                    <a:pt x="2065077" y="3821626"/>
                  </a:lnTo>
                  <a:lnTo>
                    <a:pt x="2112157" y="3813693"/>
                  </a:lnTo>
                  <a:lnTo>
                    <a:pt x="2158927" y="3804609"/>
                  </a:lnTo>
                  <a:lnTo>
                    <a:pt x="2205368" y="3794386"/>
                  </a:lnTo>
                  <a:lnTo>
                    <a:pt x="2251462" y="3783035"/>
                  </a:lnTo>
                  <a:lnTo>
                    <a:pt x="2297188" y="3770568"/>
                  </a:lnTo>
                  <a:lnTo>
                    <a:pt x="2342528" y="3756995"/>
                  </a:lnTo>
                  <a:lnTo>
                    <a:pt x="2387464" y="3742328"/>
                  </a:lnTo>
                  <a:lnTo>
                    <a:pt x="2431975" y="3726579"/>
                  </a:lnTo>
                  <a:lnTo>
                    <a:pt x="2476043" y="3709758"/>
                  </a:lnTo>
                  <a:lnTo>
                    <a:pt x="2519650" y="3691877"/>
                  </a:lnTo>
                  <a:lnTo>
                    <a:pt x="2562775" y="3672947"/>
                  </a:lnTo>
                  <a:lnTo>
                    <a:pt x="2605400" y="3652980"/>
                  </a:lnTo>
                  <a:lnTo>
                    <a:pt x="2647505" y="3631986"/>
                  </a:lnTo>
                  <a:lnTo>
                    <a:pt x="2689073" y="3609977"/>
                  </a:lnTo>
                  <a:lnTo>
                    <a:pt x="2730083" y="3586965"/>
                  </a:lnTo>
                  <a:lnTo>
                    <a:pt x="2770517" y="3562961"/>
                  </a:lnTo>
                  <a:lnTo>
                    <a:pt x="2810356" y="3537975"/>
                  </a:lnTo>
                  <a:lnTo>
                    <a:pt x="2849580" y="3512019"/>
                  </a:lnTo>
                  <a:lnTo>
                    <a:pt x="2888171" y="3485106"/>
                  </a:lnTo>
                  <a:lnTo>
                    <a:pt x="2926110" y="3457245"/>
                  </a:lnTo>
                  <a:lnTo>
                    <a:pt x="2963377" y="3428448"/>
                  </a:lnTo>
                  <a:lnTo>
                    <a:pt x="2999954" y="3398726"/>
                  </a:lnTo>
                  <a:lnTo>
                    <a:pt x="3035821" y="3368091"/>
                  </a:lnTo>
                  <a:lnTo>
                    <a:pt x="3070960" y="3336555"/>
                  </a:lnTo>
                  <a:lnTo>
                    <a:pt x="3105351" y="3304127"/>
                  </a:lnTo>
                  <a:lnTo>
                    <a:pt x="3138976" y="3270820"/>
                  </a:lnTo>
                  <a:lnTo>
                    <a:pt x="3171815" y="3236646"/>
                  </a:lnTo>
                  <a:lnTo>
                    <a:pt x="3203850" y="3201614"/>
                  </a:lnTo>
                  <a:lnTo>
                    <a:pt x="3235061" y="3165737"/>
                  </a:lnTo>
                  <a:lnTo>
                    <a:pt x="3265429" y="3129025"/>
                  </a:lnTo>
                  <a:lnTo>
                    <a:pt x="3294936" y="3091491"/>
                  </a:lnTo>
                  <a:lnTo>
                    <a:pt x="3323561" y="3053145"/>
                  </a:lnTo>
                  <a:lnTo>
                    <a:pt x="3351288" y="3013999"/>
                  </a:lnTo>
                  <a:lnTo>
                    <a:pt x="3378095" y="2974064"/>
                  </a:lnTo>
                  <a:lnTo>
                    <a:pt x="3403964" y="2933351"/>
                  </a:lnTo>
                  <a:lnTo>
                    <a:pt x="3428877" y="2891872"/>
                  </a:lnTo>
                  <a:lnTo>
                    <a:pt x="3452814" y="2849638"/>
                  </a:lnTo>
                  <a:lnTo>
                    <a:pt x="3475756" y="2806659"/>
                  </a:lnTo>
                  <a:lnTo>
                    <a:pt x="3497683" y="2762949"/>
                  </a:lnTo>
                  <a:lnTo>
                    <a:pt x="3518578" y="2718517"/>
                  </a:lnTo>
                  <a:lnTo>
                    <a:pt x="3538421" y="2673375"/>
                  </a:lnTo>
                  <a:lnTo>
                    <a:pt x="3556676" y="2628860"/>
                  </a:lnTo>
                  <a:lnTo>
                    <a:pt x="3573738" y="2584154"/>
                  </a:lnTo>
                  <a:lnTo>
                    <a:pt x="3589616" y="2539277"/>
                  </a:lnTo>
                  <a:lnTo>
                    <a:pt x="3604316" y="2494245"/>
                  </a:lnTo>
                  <a:lnTo>
                    <a:pt x="3617846" y="2449077"/>
                  </a:lnTo>
                  <a:lnTo>
                    <a:pt x="3630214" y="2403791"/>
                  </a:lnTo>
                  <a:lnTo>
                    <a:pt x="3641426" y="2358405"/>
                  </a:lnTo>
                  <a:lnTo>
                    <a:pt x="3651490" y="2312937"/>
                  </a:lnTo>
                  <a:lnTo>
                    <a:pt x="3660413" y="2267405"/>
                  </a:lnTo>
                  <a:lnTo>
                    <a:pt x="3668202" y="2221828"/>
                  </a:lnTo>
                  <a:lnTo>
                    <a:pt x="3674865" y="2176222"/>
                  </a:lnTo>
                  <a:lnTo>
                    <a:pt x="3680409" y="2130607"/>
                  </a:lnTo>
                  <a:lnTo>
                    <a:pt x="3684842" y="2085000"/>
                  </a:lnTo>
                  <a:lnTo>
                    <a:pt x="3688170" y="2039419"/>
                  </a:lnTo>
                  <a:lnTo>
                    <a:pt x="3690400" y="1993883"/>
                  </a:lnTo>
                  <a:lnTo>
                    <a:pt x="3691541" y="1948409"/>
                  </a:lnTo>
                  <a:lnTo>
                    <a:pt x="3691600" y="1903016"/>
                  </a:lnTo>
                  <a:lnTo>
                    <a:pt x="3690583" y="1857721"/>
                  </a:lnTo>
                  <a:lnTo>
                    <a:pt x="3688498" y="1812543"/>
                  </a:lnTo>
                  <a:lnTo>
                    <a:pt x="3685353" y="1767499"/>
                  </a:lnTo>
                  <a:lnTo>
                    <a:pt x="3681154" y="1722608"/>
                  </a:lnTo>
                  <a:lnTo>
                    <a:pt x="3675909" y="1677888"/>
                  </a:lnTo>
                  <a:lnTo>
                    <a:pt x="3669625" y="1633357"/>
                  </a:lnTo>
                  <a:lnTo>
                    <a:pt x="3662310" y="1589032"/>
                  </a:lnTo>
                  <a:lnTo>
                    <a:pt x="3653971" y="1544932"/>
                  </a:lnTo>
                  <a:lnTo>
                    <a:pt x="3644614" y="1501075"/>
                  </a:lnTo>
                  <a:lnTo>
                    <a:pt x="3634248" y="1457480"/>
                  </a:lnTo>
                  <a:lnTo>
                    <a:pt x="3622880" y="1414163"/>
                  </a:lnTo>
                  <a:lnTo>
                    <a:pt x="3610517" y="1371143"/>
                  </a:lnTo>
                  <a:lnTo>
                    <a:pt x="3597165" y="1328438"/>
                  </a:lnTo>
                  <a:lnTo>
                    <a:pt x="3582834" y="1286066"/>
                  </a:lnTo>
                  <a:lnTo>
                    <a:pt x="3567529" y="1244046"/>
                  </a:lnTo>
                  <a:lnTo>
                    <a:pt x="3551258" y="1202395"/>
                  </a:lnTo>
                  <a:lnTo>
                    <a:pt x="3534029" y="1161131"/>
                  </a:lnTo>
                  <a:lnTo>
                    <a:pt x="3515849" y="1120272"/>
                  </a:lnTo>
                  <a:lnTo>
                    <a:pt x="3496724" y="1079837"/>
                  </a:lnTo>
                  <a:lnTo>
                    <a:pt x="3476663" y="1039843"/>
                  </a:lnTo>
                  <a:lnTo>
                    <a:pt x="3455672" y="1000309"/>
                  </a:lnTo>
                  <a:lnTo>
                    <a:pt x="3433760" y="961253"/>
                  </a:lnTo>
                  <a:lnTo>
                    <a:pt x="3410932" y="922691"/>
                  </a:lnTo>
                  <a:lnTo>
                    <a:pt x="3387197" y="884644"/>
                  </a:lnTo>
                  <a:lnTo>
                    <a:pt x="3362561" y="847128"/>
                  </a:lnTo>
                  <a:lnTo>
                    <a:pt x="3337033" y="810162"/>
                  </a:lnTo>
                  <a:lnTo>
                    <a:pt x="3310619" y="773764"/>
                  </a:lnTo>
                  <a:lnTo>
                    <a:pt x="3283327" y="737951"/>
                  </a:lnTo>
                  <a:lnTo>
                    <a:pt x="3255163" y="702743"/>
                  </a:lnTo>
                  <a:lnTo>
                    <a:pt x="3226136" y="668156"/>
                  </a:lnTo>
                  <a:lnTo>
                    <a:pt x="3196252" y="634209"/>
                  </a:lnTo>
                  <a:lnTo>
                    <a:pt x="3165519" y="600921"/>
                  </a:lnTo>
                  <a:lnTo>
                    <a:pt x="3133944" y="568308"/>
                  </a:lnTo>
                  <a:lnTo>
                    <a:pt x="3101535" y="536390"/>
                  </a:lnTo>
                  <a:lnTo>
                    <a:pt x="3068298" y="505183"/>
                  </a:lnTo>
                  <a:lnTo>
                    <a:pt x="3034241" y="474707"/>
                  </a:lnTo>
                  <a:lnTo>
                    <a:pt x="2999372" y="444979"/>
                  </a:lnTo>
                  <a:lnTo>
                    <a:pt x="2963697" y="416018"/>
                  </a:lnTo>
                  <a:lnTo>
                    <a:pt x="2927223" y="387840"/>
                  </a:lnTo>
                  <a:lnTo>
                    <a:pt x="2889959" y="360465"/>
                  </a:lnTo>
                  <a:lnTo>
                    <a:pt x="2851912" y="333911"/>
                  </a:lnTo>
                  <a:lnTo>
                    <a:pt x="2813088" y="308195"/>
                  </a:lnTo>
                  <a:lnTo>
                    <a:pt x="2773495" y="283336"/>
                  </a:lnTo>
                  <a:lnTo>
                    <a:pt x="2733140" y="259351"/>
                  </a:lnTo>
                  <a:lnTo>
                    <a:pt x="2692031" y="236259"/>
                  </a:lnTo>
                  <a:lnTo>
                    <a:pt x="2650175" y="214078"/>
                  </a:lnTo>
                  <a:lnTo>
                    <a:pt x="2607579" y="192825"/>
                  </a:lnTo>
                  <a:lnTo>
                    <a:pt x="2564250" y="172519"/>
                  </a:lnTo>
                  <a:lnTo>
                    <a:pt x="2520196" y="153178"/>
                  </a:lnTo>
                  <a:lnTo>
                    <a:pt x="2475681" y="134924"/>
                  </a:lnTo>
                  <a:lnTo>
                    <a:pt x="2430976" y="117861"/>
                  </a:lnTo>
                  <a:lnTo>
                    <a:pt x="2386098" y="101984"/>
                  </a:lnTo>
                  <a:lnTo>
                    <a:pt x="2341066" y="87283"/>
                  </a:lnTo>
                  <a:lnTo>
                    <a:pt x="2295899" y="73753"/>
                  </a:lnTo>
                  <a:lnTo>
                    <a:pt x="2250613" y="61386"/>
                  </a:lnTo>
                  <a:lnTo>
                    <a:pt x="2205227" y="50174"/>
                  </a:lnTo>
                  <a:lnTo>
                    <a:pt x="2159759" y="40110"/>
                  </a:lnTo>
                  <a:lnTo>
                    <a:pt x="2114227" y="31187"/>
                  </a:lnTo>
                  <a:lnTo>
                    <a:pt x="2068649" y="23397"/>
                  </a:lnTo>
                  <a:lnTo>
                    <a:pt x="2023044" y="16734"/>
                  </a:lnTo>
                  <a:lnTo>
                    <a:pt x="1977429" y="11190"/>
                  </a:lnTo>
                  <a:lnTo>
                    <a:pt x="1931822" y="6758"/>
                  </a:lnTo>
                  <a:lnTo>
                    <a:pt x="1886241" y="3430"/>
                  </a:lnTo>
                  <a:lnTo>
                    <a:pt x="1840705" y="1199"/>
                  </a:lnTo>
                  <a:lnTo>
                    <a:pt x="1795231" y="58"/>
                  </a:lnTo>
                  <a:close/>
                </a:path>
              </a:pathLst>
            </a:custGeom>
            <a:solidFill>
              <a:srgbClr val="1D6BA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6483627" y="3894582"/>
              <a:ext cx="1922145" cy="2527300"/>
            </a:xfrm>
            <a:custGeom>
              <a:rect b="b" l="l" r="r" t="t"/>
              <a:pathLst>
                <a:path extrusionOk="0" h="2527300" w="1922145">
                  <a:moveTo>
                    <a:pt x="100931" y="0"/>
                  </a:moveTo>
                  <a:lnTo>
                    <a:pt x="85982" y="46247"/>
                  </a:lnTo>
                  <a:lnTo>
                    <a:pt x="72214" y="92831"/>
                  </a:lnTo>
                  <a:lnTo>
                    <a:pt x="59633" y="139729"/>
                  </a:lnTo>
                  <a:lnTo>
                    <a:pt x="48243" y="186919"/>
                  </a:lnTo>
                  <a:lnTo>
                    <a:pt x="38050" y="234378"/>
                  </a:lnTo>
                  <a:lnTo>
                    <a:pt x="29057" y="282082"/>
                  </a:lnTo>
                  <a:lnTo>
                    <a:pt x="21271" y="330011"/>
                  </a:lnTo>
                  <a:lnTo>
                    <a:pt x="14695" y="378140"/>
                  </a:lnTo>
                  <a:lnTo>
                    <a:pt x="9335" y="426446"/>
                  </a:lnTo>
                  <a:lnTo>
                    <a:pt x="5222" y="474383"/>
                  </a:lnTo>
                  <a:lnTo>
                    <a:pt x="2303" y="522145"/>
                  </a:lnTo>
                  <a:lnTo>
                    <a:pt x="567" y="569716"/>
                  </a:lnTo>
                  <a:lnTo>
                    <a:pt x="0" y="617083"/>
                  </a:lnTo>
                  <a:lnTo>
                    <a:pt x="590" y="664231"/>
                  </a:lnTo>
                  <a:lnTo>
                    <a:pt x="2325" y="711143"/>
                  </a:lnTo>
                  <a:lnTo>
                    <a:pt x="5192" y="757805"/>
                  </a:lnTo>
                  <a:lnTo>
                    <a:pt x="9180" y="804202"/>
                  </a:lnTo>
                  <a:lnTo>
                    <a:pt x="14275" y="850320"/>
                  </a:lnTo>
                  <a:lnTo>
                    <a:pt x="20467" y="896142"/>
                  </a:lnTo>
                  <a:lnTo>
                    <a:pt x="27741" y="941654"/>
                  </a:lnTo>
                  <a:lnTo>
                    <a:pt x="36086" y="986840"/>
                  </a:lnTo>
                  <a:lnTo>
                    <a:pt x="45489" y="1031687"/>
                  </a:lnTo>
                  <a:lnTo>
                    <a:pt x="55938" y="1076178"/>
                  </a:lnTo>
                  <a:lnTo>
                    <a:pt x="67421" y="1120299"/>
                  </a:lnTo>
                  <a:lnTo>
                    <a:pt x="79926" y="1164035"/>
                  </a:lnTo>
                  <a:lnTo>
                    <a:pt x="93439" y="1207370"/>
                  </a:lnTo>
                  <a:lnTo>
                    <a:pt x="107949" y="1250290"/>
                  </a:lnTo>
                  <a:lnTo>
                    <a:pt x="123443" y="1292779"/>
                  </a:lnTo>
                  <a:lnTo>
                    <a:pt x="139910" y="1334823"/>
                  </a:lnTo>
                  <a:lnTo>
                    <a:pt x="157335" y="1376407"/>
                  </a:lnTo>
                  <a:lnTo>
                    <a:pt x="175709" y="1417514"/>
                  </a:lnTo>
                  <a:lnTo>
                    <a:pt x="195016" y="1458131"/>
                  </a:lnTo>
                  <a:lnTo>
                    <a:pt x="215247" y="1498242"/>
                  </a:lnTo>
                  <a:lnTo>
                    <a:pt x="236388" y="1537833"/>
                  </a:lnTo>
                  <a:lnTo>
                    <a:pt x="258426" y="1576888"/>
                  </a:lnTo>
                  <a:lnTo>
                    <a:pt x="281350" y="1615392"/>
                  </a:lnTo>
                  <a:lnTo>
                    <a:pt x="305147" y="1653330"/>
                  </a:lnTo>
                  <a:lnTo>
                    <a:pt x="329805" y="1690687"/>
                  </a:lnTo>
                  <a:lnTo>
                    <a:pt x="355311" y="1727448"/>
                  </a:lnTo>
                  <a:lnTo>
                    <a:pt x="381653" y="1763598"/>
                  </a:lnTo>
                  <a:lnTo>
                    <a:pt x="408819" y="1799122"/>
                  </a:lnTo>
                  <a:lnTo>
                    <a:pt x="436796" y="1834005"/>
                  </a:lnTo>
                  <a:lnTo>
                    <a:pt x="465572" y="1868232"/>
                  </a:lnTo>
                  <a:lnTo>
                    <a:pt x="495135" y="1901788"/>
                  </a:lnTo>
                  <a:lnTo>
                    <a:pt x="525472" y="1934658"/>
                  </a:lnTo>
                  <a:lnTo>
                    <a:pt x="556571" y="1966826"/>
                  </a:lnTo>
                  <a:lnTo>
                    <a:pt x="588420" y="1998278"/>
                  </a:lnTo>
                  <a:lnTo>
                    <a:pt x="621006" y="2028999"/>
                  </a:lnTo>
                  <a:lnTo>
                    <a:pt x="654316" y="2058973"/>
                  </a:lnTo>
                  <a:lnTo>
                    <a:pt x="688340" y="2088186"/>
                  </a:lnTo>
                  <a:lnTo>
                    <a:pt x="723063" y="2116622"/>
                  </a:lnTo>
                  <a:lnTo>
                    <a:pt x="758474" y="2144267"/>
                  </a:lnTo>
                  <a:lnTo>
                    <a:pt x="794561" y="2171105"/>
                  </a:lnTo>
                  <a:lnTo>
                    <a:pt x="831310" y="2197122"/>
                  </a:lnTo>
                  <a:lnTo>
                    <a:pt x="868711" y="2222302"/>
                  </a:lnTo>
                  <a:lnTo>
                    <a:pt x="906750" y="2246630"/>
                  </a:lnTo>
                  <a:lnTo>
                    <a:pt x="945415" y="2270092"/>
                  </a:lnTo>
                  <a:lnTo>
                    <a:pt x="984693" y="2292672"/>
                  </a:lnTo>
                  <a:lnTo>
                    <a:pt x="1024573" y="2314355"/>
                  </a:lnTo>
                  <a:lnTo>
                    <a:pt x="1065042" y="2335126"/>
                  </a:lnTo>
                  <a:lnTo>
                    <a:pt x="1106087" y="2354970"/>
                  </a:lnTo>
                  <a:lnTo>
                    <a:pt x="1147697" y="2373872"/>
                  </a:lnTo>
                  <a:lnTo>
                    <a:pt x="1189859" y="2391817"/>
                  </a:lnTo>
                  <a:lnTo>
                    <a:pt x="1232560" y="2408791"/>
                  </a:lnTo>
                  <a:lnTo>
                    <a:pt x="1275788" y="2424777"/>
                  </a:lnTo>
                  <a:lnTo>
                    <a:pt x="1319532" y="2439761"/>
                  </a:lnTo>
                  <a:lnTo>
                    <a:pt x="1363778" y="2453728"/>
                  </a:lnTo>
                  <a:lnTo>
                    <a:pt x="1408514" y="2466662"/>
                  </a:lnTo>
                  <a:lnTo>
                    <a:pt x="1453727" y="2478550"/>
                  </a:lnTo>
                  <a:lnTo>
                    <a:pt x="1499406" y="2489375"/>
                  </a:lnTo>
                  <a:lnTo>
                    <a:pt x="1545539" y="2499123"/>
                  </a:lnTo>
                  <a:lnTo>
                    <a:pt x="1592112" y="2507778"/>
                  </a:lnTo>
                  <a:lnTo>
                    <a:pt x="1639113" y="2515326"/>
                  </a:lnTo>
                  <a:lnTo>
                    <a:pt x="1686531" y="2521752"/>
                  </a:lnTo>
                  <a:lnTo>
                    <a:pt x="1734352" y="2527040"/>
                  </a:lnTo>
                  <a:lnTo>
                    <a:pt x="1922141" y="614232"/>
                  </a:lnTo>
                  <a:lnTo>
                    <a:pt x="100931" y="0"/>
                  </a:lnTo>
                  <a:close/>
                </a:path>
              </a:pathLst>
            </a:custGeom>
            <a:solidFill>
              <a:srgbClr val="2683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6483627" y="3894581"/>
              <a:ext cx="1922145" cy="2527300"/>
            </a:xfrm>
            <a:custGeom>
              <a:rect b="b" l="l" r="r" t="t"/>
              <a:pathLst>
                <a:path extrusionOk="0" h="2527300" w="1922145">
                  <a:moveTo>
                    <a:pt x="1734352" y="2527040"/>
                  </a:moveTo>
                  <a:lnTo>
                    <a:pt x="1686531" y="2521752"/>
                  </a:lnTo>
                  <a:lnTo>
                    <a:pt x="1639113" y="2515326"/>
                  </a:lnTo>
                  <a:lnTo>
                    <a:pt x="1592112" y="2507778"/>
                  </a:lnTo>
                  <a:lnTo>
                    <a:pt x="1545539" y="2499123"/>
                  </a:lnTo>
                  <a:lnTo>
                    <a:pt x="1499407" y="2489375"/>
                  </a:lnTo>
                  <a:lnTo>
                    <a:pt x="1453727" y="2478550"/>
                  </a:lnTo>
                  <a:lnTo>
                    <a:pt x="1408514" y="2466662"/>
                  </a:lnTo>
                  <a:lnTo>
                    <a:pt x="1363778" y="2453728"/>
                  </a:lnTo>
                  <a:lnTo>
                    <a:pt x="1319532" y="2439761"/>
                  </a:lnTo>
                  <a:lnTo>
                    <a:pt x="1275789" y="2424777"/>
                  </a:lnTo>
                  <a:lnTo>
                    <a:pt x="1232560" y="2408791"/>
                  </a:lnTo>
                  <a:lnTo>
                    <a:pt x="1189859" y="2391817"/>
                  </a:lnTo>
                  <a:lnTo>
                    <a:pt x="1147697" y="2373872"/>
                  </a:lnTo>
                  <a:lnTo>
                    <a:pt x="1106087" y="2354970"/>
                  </a:lnTo>
                  <a:lnTo>
                    <a:pt x="1065042" y="2335125"/>
                  </a:lnTo>
                  <a:lnTo>
                    <a:pt x="1024573" y="2314354"/>
                  </a:lnTo>
                  <a:lnTo>
                    <a:pt x="984693" y="2292671"/>
                  </a:lnTo>
                  <a:lnTo>
                    <a:pt x="945415" y="2270092"/>
                  </a:lnTo>
                  <a:lnTo>
                    <a:pt x="906750" y="2246630"/>
                  </a:lnTo>
                  <a:lnTo>
                    <a:pt x="868711" y="2222302"/>
                  </a:lnTo>
                  <a:lnTo>
                    <a:pt x="831310" y="2197122"/>
                  </a:lnTo>
                  <a:lnTo>
                    <a:pt x="794561" y="2171105"/>
                  </a:lnTo>
                  <a:lnTo>
                    <a:pt x="758474" y="2144267"/>
                  </a:lnTo>
                  <a:lnTo>
                    <a:pt x="723063" y="2116622"/>
                  </a:lnTo>
                  <a:lnTo>
                    <a:pt x="688340" y="2088185"/>
                  </a:lnTo>
                  <a:lnTo>
                    <a:pt x="654316" y="2058973"/>
                  </a:lnTo>
                  <a:lnTo>
                    <a:pt x="621006" y="2028998"/>
                  </a:lnTo>
                  <a:lnTo>
                    <a:pt x="588420" y="1998278"/>
                  </a:lnTo>
                  <a:lnTo>
                    <a:pt x="556571" y="1966826"/>
                  </a:lnTo>
                  <a:lnTo>
                    <a:pt x="525472" y="1934657"/>
                  </a:lnTo>
                  <a:lnTo>
                    <a:pt x="495135" y="1901788"/>
                  </a:lnTo>
                  <a:lnTo>
                    <a:pt x="465572" y="1868232"/>
                  </a:lnTo>
                  <a:lnTo>
                    <a:pt x="436796" y="1834005"/>
                  </a:lnTo>
                  <a:lnTo>
                    <a:pt x="408819" y="1799122"/>
                  </a:lnTo>
                  <a:lnTo>
                    <a:pt x="381653" y="1763598"/>
                  </a:lnTo>
                  <a:lnTo>
                    <a:pt x="355311" y="1727448"/>
                  </a:lnTo>
                  <a:lnTo>
                    <a:pt x="329804" y="1690686"/>
                  </a:lnTo>
                  <a:lnTo>
                    <a:pt x="305147" y="1653329"/>
                  </a:lnTo>
                  <a:lnTo>
                    <a:pt x="281350" y="1615391"/>
                  </a:lnTo>
                  <a:lnTo>
                    <a:pt x="258426" y="1576887"/>
                  </a:lnTo>
                  <a:lnTo>
                    <a:pt x="236387" y="1537832"/>
                  </a:lnTo>
                  <a:lnTo>
                    <a:pt x="215247" y="1498242"/>
                  </a:lnTo>
                  <a:lnTo>
                    <a:pt x="195016" y="1458131"/>
                  </a:lnTo>
                  <a:lnTo>
                    <a:pt x="175708" y="1417514"/>
                  </a:lnTo>
                  <a:lnTo>
                    <a:pt x="157335" y="1376406"/>
                  </a:lnTo>
                  <a:lnTo>
                    <a:pt x="139909" y="1334823"/>
                  </a:lnTo>
                  <a:lnTo>
                    <a:pt x="123443" y="1292779"/>
                  </a:lnTo>
                  <a:lnTo>
                    <a:pt x="107949" y="1250289"/>
                  </a:lnTo>
                  <a:lnTo>
                    <a:pt x="93439" y="1207370"/>
                  </a:lnTo>
                  <a:lnTo>
                    <a:pt x="79925" y="1164034"/>
                  </a:lnTo>
                  <a:lnTo>
                    <a:pt x="67421" y="1120299"/>
                  </a:lnTo>
                  <a:lnTo>
                    <a:pt x="55938" y="1076178"/>
                  </a:lnTo>
                  <a:lnTo>
                    <a:pt x="45489" y="1031686"/>
                  </a:lnTo>
                  <a:lnTo>
                    <a:pt x="36085" y="986840"/>
                  </a:lnTo>
                  <a:lnTo>
                    <a:pt x="27741" y="941653"/>
                  </a:lnTo>
                  <a:lnTo>
                    <a:pt x="20466" y="896141"/>
                  </a:lnTo>
                  <a:lnTo>
                    <a:pt x="14275" y="850319"/>
                  </a:lnTo>
                  <a:lnTo>
                    <a:pt x="9180" y="804201"/>
                  </a:lnTo>
                  <a:lnTo>
                    <a:pt x="5192" y="757804"/>
                  </a:lnTo>
                  <a:lnTo>
                    <a:pt x="2325" y="711142"/>
                  </a:lnTo>
                  <a:lnTo>
                    <a:pt x="590" y="664230"/>
                  </a:lnTo>
                  <a:lnTo>
                    <a:pt x="0" y="617083"/>
                  </a:lnTo>
                  <a:lnTo>
                    <a:pt x="567" y="569715"/>
                  </a:lnTo>
                  <a:lnTo>
                    <a:pt x="2303" y="522144"/>
                  </a:lnTo>
                  <a:lnTo>
                    <a:pt x="5222" y="474382"/>
                  </a:lnTo>
                  <a:lnTo>
                    <a:pt x="9335" y="426446"/>
                  </a:lnTo>
                  <a:lnTo>
                    <a:pt x="14695" y="378139"/>
                  </a:lnTo>
                  <a:lnTo>
                    <a:pt x="21271" y="330010"/>
                  </a:lnTo>
                  <a:lnTo>
                    <a:pt x="29057" y="282082"/>
                  </a:lnTo>
                  <a:lnTo>
                    <a:pt x="38050" y="234377"/>
                  </a:lnTo>
                  <a:lnTo>
                    <a:pt x="48243" y="186918"/>
                  </a:lnTo>
                  <a:lnTo>
                    <a:pt x="59633" y="139728"/>
                  </a:lnTo>
                  <a:lnTo>
                    <a:pt x="72214" y="92830"/>
                  </a:lnTo>
                  <a:lnTo>
                    <a:pt x="85982" y="46246"/>
                  </a:lnTo>
                  <a:lnTo>
                    <a:pt x="100931" y="0"/>
                  </a:lnTo>
                  <a:lnTo>
                    <a:pt x="1922142" y="614233"/>
                  </a:lnTo>
                  <a:lnTo>
                    <a:pt x="1734352" y="2527040"/>
                  </a:ln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6582736" y="3740562"/>
              <a:ext cx="1821814" cy="751205"/>
            </a:xfrm>
            <a:custGeom>
              <a:rect b="b" l="l" r="r" t="t"/>
              <a:pathLst>
                <a:path extrusionOk="0" h="751204" w="1821815">
                  <a:moveTo>
                    <a:pt x="51997" y="0"/>
                  </a:moveTo>
                  <a:lnTo>
                    <a:pt x="38023" y="33811"/>
                  </a:lnTo>
                  <a:lnTo>
                    <a:pt x="24697" y="67880"/>
                  </a:lnTo>
                  <a:lnTo>
                    <a:pt x="12021" y="102196"/>
                  </a:lnTo>
                  <a:lnTo>
                    <a:pt x="0" y="136751"/>
                  </a:lnTo>
                  <a:lnTo>
                    <a:pt x="1821209" y="750987"/>
                  </a:lnTo>
                  <a:lnTo>
                    <a:pt x="51997" y="0"/>
                  </a:lnTo>
                  <a:close/>
                </a:path>
              </a:pathLst>
            </a:custGeom>
            <a:solidFill>
              <a:srgbClr val="42BA9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6582735" y="3740563"/>
              <a:ext cx="1821814" cy="751205"/>
            </a:xfrm>
            <a:custGeom>
              <a:rect b="b" l="l" r="r" t="t"/>
              <a:pathLst>
                <a:path extrusionOk="0" h="751204" w="1821815">
                  <a:moveTo>
                    <a:pt x="0" y="136751"/>
                  </a:moveTo>
                  <a:lnTo>
                    <a:pt x="12021" y="102196"/>
                  </a:lnTo>
                  <a:lnTo>
                    <a:pt x="24697" y="67880"/>
                  </a:lnTo>
                  <a:lnTo>
                    <a:pt x="38024" y="33811"/>
                  </a:lnTo>
                  <a:lnTo>
                    <a:pt x="51997" y="0"/>
                  </a:lnTo>
                  <a:lnTo>
                    <a:pt x="1821209" y="750988"/>
                  </a:lnTo>
                  <a:lnTo>
                    <a:pt x="0" y="136751"/>
                  </a:ln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6554932" y="3261512"/>
              <a:ext cx="52705" cy="547370"/>
            </a:xfrm>
            <a:custGeom>
              <a:rect b="b" l="l" r="r" t="t"/>
              <a:pathLst>
                <a:path extrusionOk="0" h="547370" w="52704">
                  <a:moveTo>
                    <a:pt x="52502" y="546933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11"/>
          <p:cNvSpPr txBox="1"/>
          <p:nvPr/>
        </p:nvSpPr>
        <p:spPr>
          <a:xfrm>
            <a:off x="8936632" y="3508755"/>
            <a:ext cx="848994" cy="76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635" lvl="0" marL="12700" marR="5080" rtl="0" algn="ctr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Entire home/apt 70%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6657662" y="4889500"/>
            <a:ext cx="1089025" cy="522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-356870" lvl="0" marL="368935" marR="5080" rtl="0" algn="l">
              <a:lnSpc>
                <a:spcPct val="103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Private room 29%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5459557" y="3042411"/>
            <a:ext cx="1089660" cy="522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-407670" lvl="0" marL="420370" marR="5080" rtl="0" algn="l">
              <a:lnSpc>
                <a:spcPct val="10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Shared room 1%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7041881" y="198882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Listing Count by Room Type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96" name="Google Shape;196;p11"/>
          <p:cNvSpPr txBox="1"/>
          <p:nvPr>
            <p:ph type="title"/>
          </p:nvPr>
        </p:nvSpPr>
        <p:spPr>
          <a:xfrm>
            <a:off x="6091187" y="1243285"/>
            <a:ext cx="4984750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Insight #3: Most of the listings are entire home.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01" name="Google Shape;201;p12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ROOM TYPE</a:t>
            </a:r>
            <a:endParaRPr/>
          </a:p>
        </p:txBody>
      </p:sp>
      <p:grpSp>
        <p:nvGrpSpPr>
          <p:cNvPr id="202" name="Google Shape;202;p12"/>
          <p:cNvGrpSpPr/>
          <p:nvPr/>
        </p:nvGrpSpPr>
        <p:grpSpPr>
          <a:xfrm>
            <a:off x="1185490" y="3328456"/>
            <a:ext cx="4547870" cy="2223747"/>
            <a:chOff x="1185490" y="3328456"/>
            <a:chExt cx="4547870" cy="2223747"/>
          </a:xfrm>
        </p:grpSpPr>
        <p:sp>
          <p:nvSpPr>
            <p:cNvPr id="203" name="Google Shape;203;p12"/>
            <p:cNvSpPr/>
            <p:nvPr/>
          </p:nvSpPr>
          <p:spPr>
            <a:xfrm>
              <a:off x="1533724" y="3328456"/>
              <a:ext cx="819785" cy="2219325"/>
            </a:xfrm>
            <a:custGeom>
              <a:rect b="b" l="l" r="r" t="t"/>
              <a:pathLst>
                <a:path extrusionOk="0" h="2219325" w="819785">
                  <a:moveTo>
                    <a:pt x="819370" y="0"/>
                  </a:moveTo>
                  <a:lnTo>
                    <a:pt x="0" y="0"/>
                  </a:lnTo>
                  <a:lnTo>
                    <a:pt x="0" y="2218903"/>
                  </a:lnTo>
                  <a:lnTo>
                    <a:pt x="819370" y="2218903"/>
                  </a:lnTo>
                  <a:lnTo>
                    <a:pt x="819370" y="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1533724" y="3328456"/>
              <a:ext cx="819785" cy="2219325"/>
            </a:xfrm>
            <a:custGeom>
              <a:rect b="b" l="l" r="r" t="t"/>
              <a:pathLst>
                <a:path extrusionOk="0" h="2219325" w="819785">
                  <a:moveTo>
                    <a:pt x="0" y="2218903"/>
                  </a:moveTo>
                  <a:lnTo>
                    <a:pt x="0" y="0"/>
                  </a:lnTo>
                  <a:lnTo>
                    <a:pt x="819371" y="0"/>
                  </a:lnTo>
                  <a:lnTo>
                    <a:pt x="819371" y="2218903"/>
                  </a:lnTo>
                </a:path>
              </a:pathLst>
            </a:custGeom>
            <a:noFill/>
            <a:ln cap="flat" cmpd="sng" w="9525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3049559" y="3751602"/>
              <a:ext cx="819785" cy="1795780"/>
            </a:xfrm>
            <a:custGeom>
              <a:rect b="b" l="l" r="r" t="t"/>
              <a:pathLst>
                <a:path extrusionOk="0" h="1795779" w="819785">
                  <a:moveTo>
                    <a:pt x="819370" y="0"/>
                  </a:moveTo>
                  <a:lnTo>
                    <a:pt x="0" y="0"/>
                  </a:lnTo>
                  <a:lnTo>
                    <a:pt x="0" y="1795757"/>
                  </a:lnTo>
                  <a:lnTo>
                    <a:pt x="819370" y="1795757"/>
                  </a:lnTo>
                  <a:lnTo>
                    <a:pt x="819370" y="0"/>
                  </a:lnTo>
                  <a:close/>
                </a:path>
              </a:pathLst>
            </a:custGeom>
            <a:solidFill>
              <a:srgbClr val="1CAD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3049559" y="3751603"/>
              <a:ext cx="819785" cy="1795780"/>
            </a:xfrm>
            <a:custGeom>
              <a:rect b="b" l="l" r="r" t="t"/>
              <a:pathLst>
                <a:path extrusionOk="0" h="1795779" w="819785">
                  <a:moveTo>
                    <a:pt x="0" y="1795757"/>
                  </a:moveTo>
                  <a:lnTo>
                    <a:pt x="0" y="0"/>
                  </a:lnTo>
                  <a:lnTo>
                    <a:pt x="819371" y="0"/>
                  </a:lnTo>
                  <a:lnTo>
                    <a:pt x="819371" y="1795757"/>
                  </a:lnTo>
                </a:path>
              </a:pathLst>
            </a:custGeom>
            <a:noFill/>
            <a:ln cap="flat" cmpd="sng" w="9525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4565395" y="4541817"/>
              <a:ext cx="819785" cy="1005840"/>
            </a:xfrm>
            <a:custGeom>
              <a:rect b="b" l="l" r="r" t="t"/>
              <a:pathLst>
                <a:path extrusionOk="0" h="1005839" w="819785">
                  <a:moveTo>
                    <a:pt x="819370" y="0"/>
                  </a:moveTo>
                  <a:lnTo>
                    <a:pt x="0" y="0"/>
                  </a:lnTo>
                  <a:lnTo>
                    <a:pt x="0" y="1005542"/>
                  </a:lnTo>
                  <a:lnTo>
                    <a:pt x="819370" y="1005542"/>
                  </a:lnTo>
                  <a:lnTo>
                    <a:pt x="819370" y="0"/>
                  </a:lnTo>
                  <a:close/>
                </a:path>
              </a:pathLst>
            </a:custGeom>
            <a:solidFill>
              <a:srgbClr val="77CEE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4565395" y="4541817"/>
              <a:ext cx="819785" cy="1005840"/>
            </a:xfrm>
            <a:custGeom>
              <a:rect b="b" l="l" r="r" t="t"/>
              <a:pathLst>
                <a:path extrusionOk="0" h="1005839" w="819785">
                  <a:moveTo>
                    <a:pt x="0" y="1005542"/>
                  </a:moveTo>
                  <a:lnTo>
                    <a:pt x="0" y="0"/>
                  </a:lnTo>
                  <a:lnTo>
                    <a:pt x="819371" y="0"/>
                  </a:lnTo>
                  <a:lnTo>
                    <a:pt x="819371" y="1005542"/>
                  </a:lnTo>
                </a:path>
              </a:pathLst>
            </a:custGeom>
            <a:noFill/>
            <a:ln cap="flat" cmpd="sng" w="9525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2"/>
            <p:cNvSpPr/>
            <p:nvPr/>
          </p:nvSpPr>
          <p:spPr>
            <a:xfrm>
              <a:off x="1185490" y="5552203"/>
              <a:ext cx="4547870" cy="0"/>
            </a:xfrm>
            <a:custGeom>
              <a:rect b="b" l="l" r="r" t="t"/>
              <a:pathLst>
                <a:path extrusionOk="0" h="120000" w="4547870">
                  <a:moveTo>
                    <a:pt x="0" y="0"/>
                  </a:moveTo>
                  <a:lnTo>
                    <a:pt x="4547509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2"/>
          <p:cNvSpPr txBox="1"/>
          <p:nvPr/>
        </p:nvSpPr>
        <p:spPr>
          <a:xfrm>
            <a:off x="1637941" y="2540508"/>
            <a:ext cx="3296285" cy="72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702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Avg Price by Room Type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1861.86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3153778" y="3451860"/>
            <a:ext cx="61087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1507.57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4714668" y="4241292"/>
            <a:ext cx="5207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845.96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1317264" y="5640323"/>
            <a:ext cx="12553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Entire home/apt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2964675" y="5640323"/>
            <a:ext cx="98298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Private room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4485114" y="5640323"/>
            <a:ext cx="98298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Shared room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6389078" y="3364610"/>
            <a:ext cx="3889375" cy="609600"/>
          </a:xfrm>
          <a:custGeom>
            <a:rect b="b" l="l" r="r" t="t"/>
            <a:pathLst>
              <a:path extrusionOk="0" h="609600" w="3889375">
                <a:moveTo>
                  <a:pt x="3888994" y="304800"/>
                </a:moveTo>
                <a:lnTo>
                  <a:pt x="3832923" y="304800"/>
                </a:lnTo>
                <a:lnTo>
                  <a:pt x="3832923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3888994" y="609600"/>
                </a:lnTo>
                <a:lnTo>
                  <a:pt x="3888994" y="30480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6389078" y="4279010"/>
            <a:ext cx="4247515" cy="609600"/>
          </a:xfrm>
          <a:custGeom>
            <a:rect b="b" l="l" r="r" t="t"/>
            <a:pathLst>
              <a:path extrusionOk="0" h="609600" w="4247515">
                <a:moveTo>
                  <a:pt x="4246943" y="0"/>
                </a:move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1028065" y="609600"/>
                </a:lnTo>
                <a:lnTo>
                  <a:pt x="1028065" y="304800"/>
                </a:lnTo>
                <a:lnTo>
                  <a:pt x="4246943" y="304800"/>
                </a:lnTo>
                <a:lnTo>
                  <a:pt x="4246943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6376379" y="3339084"/>
            <a:ext cx="379984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Insight #4: Entire home is 20% more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6376379" y="3643884"/>
            <a:ext cx="391287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pricey than private room on average.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6376379" y="4253484"/>
            <a:ext cx="421513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While shared room is 40% cheaper than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6376379" y="4558284"/>
            <a:ext cx="105346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the latter.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26" name="Google Shape;226;p13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ROOM TYPE</a:t>
            </a:r>
            <a:endParaRPr/>
          </a:p>
        </p:txBody>
      </p:sp>
      <p:grpSp>
        <p:nvGrpSpPr>
          <p:cNvPr id="227" name="Google Shape;227;p13"/>
          <p:cNvGrpSpPr/>
          <p:nvPr/>
        </p:nvGrpSpPr>
        <p:grpSpPr>
          <a:xfrm>
            <a:off x="1269306" y="3041903"/>
            <a:ext cx="5779770" cy="2656205"/>
            <a:chOff x="1269306" y="3041903"/>
            <a:chExt cx="5779770" cy="2656205"/>
          </a:xfrm>
        </p:grpSpPr>
        <p:sp>
          <p:nvSpPr>
            <p:cNvPr id="228" name="Google Shape;228;p13"/>
            <p:cNvSpPr/>
            <p:nvPr/>
          </p:nvSpPr>
          <p:spPr>
            <a:xfrm>
              <a:off x="1269306" y="3121152"/>
              <a:ext cx="5779770" cy="1932939"/>
            </a:xfrm>
            <a:custGeom>
              <a:rect b="b" l="l" r="r" t="t"/>
              <a:pathLst>
                <a:path extrusionOk="0" h="1932939" w="5779770">
                  <a:moveTo>
                    <a:pt x="1132517" y="1932432"/>
                  </a:moveTo>
                  <a:lnTo>
                    <a:pt x="1220909" y="1932432"/>
                  </a:lnTo>
                </a:path>
                <a:path extrusionOk="0" h="1932939" w="5779770">
                  <a:moveTo>
                    <a:pt x="5411909" y="1932432"/>
                  </a:moveTo>
                  <a:lnTo>
                    <a:pt x="5779585" y="1932432"/>
                  </a:lnTo>
                </a:path>
                <a:path extrusionOk="0" h="1932939" w="5779770">
                  <a:moveTo>
                    <a:pt x="3058853" y="1932432"/>
                  </a:moveTo>
                  <a:lnTo>
                    <a:pt x="3147245" y="1932432"/>
                  </a:lnTo>
                </a:path>
                <a:path extrusionOk="0" h="1932939" w="5779770">
                  <a:moveTo>
                    <a:pt x="2632133" y="1932432"/>
                  </a:moveTo>
                  <a:lnTo>
                    <a:pt x="2720525" y="1932432"/>
                  </a:lnTo>
                </a:path>
                <a:path extrusionOk="0" h="1932939" w="5779770">
                  <a:moveTo>
                    <a:pt x="3485573" y="1932432"/>
                  </a:moveTo>
                  <a:lnTo>
                    <a:pt x="4220141" y="1932432"/>
                  </a:lnTo>
                </a:path>
                <a:path extrusionOk="0" h="1932939" w="5779770">
                  <a:moveTo>
                    <a:pt x="1559237" y="1932432"/>
                  </a:moveTo>
                  <a:lnTo>
                    <a:pt x="2293805" y="1932432"/>
                  </a:lnTo>
                </a:path>
                <a:path extrusionOk="0" h="1932939" w="5779770">
                  <a:moveTo>
                    <a:pt x="705797" y="1932432"/>
                  </a:moveTo>
                  <a:lnTo>
                    <a:pt x="794189" y="1932432"/>
                  </a:lnTo>
                </a:path>
                <a:path extrusionOk="0" h="1932939" w="5779770">
                  <a:moveTo>
                    <a:pt x="0" y="1932432"/>
                  </a:moveTo>
                  <a:lnTo>
                    <a:pt x="367469" y="1932432"/>
                  </a:lnTo>
                </a:path>
                <a:path extrusionOk="0" h="1932939" w="5779770">
                  <a:moveTo>
                    <a:pt x="4985189" y="1932432"/>
                  </a:moveTo>
                  <a:lnTo>
                    <a:pt x="5076629" y="1932432"/>
                  </a:lnTo>
                </a:path>
                <a:path extrusionOk="0" h="1932939" w="5779770">
                  <a:moveTo>
                    <a:pt x="4558469" y="1932432"/>
                  </a:moveTo>
                  <a:lnTo>
                    <a:pt x="4646861" y="1932432"/>
                  </a:lnTo>
                </a:path>
                <a:path extrusionOk="0" h="1932939" w="5779770">
                  <a:moveTo>
                    <a:pt x="3058853" y="1289304"/>
                  </a:moveTo>
                  <a:lnTo>
                    <a:pt x="3147245" y="1289304"/>
                  </a:lnTo>
                </a:path>
                <a:path extrusionOk="0" h="1932939" w="5779770">
                  <a:moveTo>
                    <a:pt x="1132517" y="1289304"/>
                  </a:moveTo>
                  <a:lnTo>
                    <a:pt x="1220909" y="1289304"/>
                  </a:lnTo>
                </a:path>
                <a:path extrusionOk="0" h="1932939" w="5779770">
                  <a:moveTo>
                    <a:pt x="3485573" y="1289304"/>
                  </a:moveTo>
                  <a:lnTo>
                    <a:pt x="5779585" y="1289304"/>
                  </a:lnTo>
                </a:path>
                <a:path extrusionOk="0" h="1932939" w="5779770">
                  <a:moveTo>
                    <a:pt x="0" y="1289304"/>
                  </a:moveTo>
                  <a:lnTo>
                    <a:pt x="367469" y="1289304"/>
                  </a:lnTo>
                </a:path>
                <a:path extrusionOk="0" h="1932939" w="5779770">
                  <a:moveTo>
                    <a:pt x="2632133" y="1289304"/>
                  </a:moveTo>
                  <a:lnTo>
                    <a:pt x="2720525" y="1289304"/>
                  </a:lnTo>
                </a:path>
                <a:path extrusionOk="0" h="1932939" w="5779770">
                  <a:moveTo>
                    <a:pt x="1559237" y="1289304"/>
                  </a:moveTo>
                  <a:lnTo>
                    <a:pt x="2293805" y="1289304"/>
                  </a:lnTo>
                </a:path>
                <a:path extrusionOk="0" h="1932939" w="5779770">
                  <a:moveTo>
                    <a:pt x="705797" y="1289304"/>
                  </a:moveTo>
                  <a:lnTo>
                    <a:pt x="794189" y="1289304"/>
                  </a:lnTo>
                </a:path>
                <a:path extrusionOk="0" h="1932939" w="5779770">
                  <a:moveTo>
                    <a:pt x="3485573" y="643128"/>
                  </a:moveTo>
                  <a:lnTo>
                    <a:pt x="5779585" y="643128"/>
                  </a:lnTo>
                </a:path>
                <a:path extrusionOk="0" h="1932939" w="5779770">
                  <a:moveTo>
                    <a:pt x="0" y="643128"/>
                  </a:moveTo>
                  <a:lnTo>
                    <a:pt x="794189" y="643128"/>
                  </a:lnTo>
                </a:path>
                <a:path extrusionOk="0" h="1932939" w="5779770">
                  <a:moveTo>
                    <a:pt x="1559237" y="643128"/>
                  </a:moveTo>
                  <a:lnTo>
                    <a:pt x="3147245" y="643128"/>
                  </a:lnTo>
                </a:path>
                <a:path extrusionOk="0" h="1932939" w="5779770">
                  <a:moveTo>
                    <a:pt x="1132517" y="643128"/>
                  </a:moveTo>
                  <a:lnTo>
                    <a:pt x="1220909" y="643128"/>
                  </a:lnTo>
                </a:path>
                <a:path extrusionOk="0" h="1932939" w="5779770">
                  <a:moveTo>
                    <a:pt x="1559237" y="0"/>
                  </a:moveTo>
                  <a:lnTo>
                    <a:pt x="5779585" y="0"/>
                  </a:lnTo>
                </a:path>
                <a:path extrusionOk="0" h="1932939" w="5779770">
                  <a:moveTo>
                    <a:pt x="0" y="0"/>
                  </a:moveTo>
                  <a:lnTo>
                    <a:pt x="1220909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1636776" y="3837431"/>
              <a:ext cx="4191000" cy="1860550"/>
            </a:xfrm>
            <a:custGeom>
              <a:rect b="b" l="l" r="r" t="t"/>
              <a:pathLst>
                <a:path extrusionOk="0" h="1860550" w="4191000">
                  <a:moveTo>
                    <a:pt x="338328" y="0"/>
                  </a:moveTo>
                  <a:lnTo>
                    <a:pt x="0" y="0"/>
                  </a:lnTo>
                  <a:lnTo>
                    <a:pt x="0" y="1860054"/>
                  </a:lnTo>
                  <a:lnTo>
                    <a:pt x="338328" y="1860054"/>
                  </a:lnTo>
                  <a:lnTo>
                    <a:pt x="338328" y="0"/>
                  </a:lnTo>
                  <a:close/>
                </a:path>
                <a:path extrusionOk="0" h="1860550" w="4191000">
                  <a:moveTo>
                    <a:pt x="2264664" y="115824"/>
                  </a:moveTo>
                  <a:lnTo>
                    <a:pt x="1926336" y="115824"/>
                  </a:lnTo>
                  <a:lnTo>
                    <a:pt x="1926336" y="1860054"/>
                  </a:lnTo>
                  <a:lnTo>
                    <a:pt x="2264664" y="1860054"/>
                  </a:lnTo>
                  <a:lnTo>
                    <a:pt x="2264664" y="115824"/>
                  </a:lnTo>
                  <a:close/>
                </a:path>
                <a:path extrusionOk="0" h="1860550" w="4191000">
                  <a:moveTo>
                    <a:pt x="4191000" y="801624"/>
                  </a:moveTo>
                  <a:lnTo>
                    <a:pt x="3852672" y="801624"/>
                  </a:lnTo>
                  <a:lnTo>
                    <a:pt x="3852672" y="1860054"/>
                  </a:lnTo>
                  <a:lnTo>
                    <a:pt x="4191000" y="1860054"/>
                  </a:lnTo>
                  <a:lnTo>
                    <a:pt x="4191000" y="801624"/>
                  </a:lnTo>
                  <a:close/>
                </a:path>
              </a:pathLst>
            </a:custGeom>
            <a:solidFill>
              <a:srgbClr val="158E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2063496" y="3550932"/>
              <a:ext cx="4191000" cy="2146935"/>
            </a:xfrm>
            <a:custGeom>
              <a:rect b="b" l="l" r="r" t="t"/>
              <a:pathLst>
                <a:path extrusionOk="0" h="2146935" w="4191000">
                  <a:moveTo>
                    <a:pt x="338328" y="0"/>
                  </a:moveTo>
                  <a:lnTo>
                    <a:pt x="0" y="0"/>
                  </a:lnTo>
                  <a:lnTo>
                    <a:pt x="0" y="2146554"/>
                  </a:lnTo>
                  <a:lnTo>
                    <a:pt x="338328" y="2146554"/>
                  </a:lnTo>
                  <a:lnTo>
                    <a:pt x="338328" y="0"/>
                  </a:lnTo>
                  <a:close/>
                </a:path>
                <a:path extrusionOk="0" h="2146935" w="4191000">
                  <a:moveTo>
                    <a:pt x="2264664" y="518147"/>
                  </a:moveTo>
                  <a:lnTo>
                    <a:pt x="1926336" y="518147"/>
                  </a:lnTo>
                  <a:lnTo>
                    <a:pt x="1926336" y="2146554"/>
                  </a:lnTo>
                  <a:lnTo>
                    <a:pt x="2264664" y="2146554"/>
                  </a:lnTo>
                  <a:lnTo>
                    <a:pt x="2264664" y="518147"/>
                  </a:lnTo>
                  <a:close/>
                </a:path>
                <a:path extrusionOk="0" h="2146935" w="4191000">
                  <a:moveTo>
                    <a:pt x="4191000" y="1481315"/>
                  </a:moveTo>
                  <a:lnTo>
                    <a:pt x="3852672" y="1481315"/>
                  </a:lnTo>
                  <a:lnTo>
                    <a:pt x="3852672" y="2146554"/>
                  </a:lnTo>
                  <a:lnTo>
                    <a:pt x="4191000" y="2146554"/>
                  </a:lnTo>
                  <a:lnTo>
                    <a:pt x="4191000" y="1481315"/>
                  </a:lnTo>
                  <a:close/>
                </a:path>
              </a:pathLst>
            </a:custGeom>
            <a:solidFill>
              <a:srgbClr val="1CADE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2490216" y="3041903"/>
              <a:ext cx="4191000" cy="2656205"/>
            </a:xfrm>
            <a:custGeom>
              <a:rect b="b" l="l" r="r" t="t"/>
              <a:pathLst>
                <a:path extrusionOk="0" h="2656204" w="4191000">
                  <a:moveTo>
                    <a:pt x="338328" y="0"/>
                  </a:moveTo>
                  <a:lnTo>
                    <a:pt x="0" y="0"/>
                  </a:lnTo>
                  <a:lnTo>
                    <a:pt x="0" y="2655582"/>
                  </a:lnTo>
                  <a:lnTo>
                    <a:pt x="338328" y="2655582"/>
                  </a:lnTo>
                  <a:lnTo>
                    <a:pt x="338328" y="0"/>
                  </a:lnTo>
                  <a:close/>
                </a:path>
                <a:path extrusionOk="0" h="2656204" w="4191000">
                  <a:moveTo>
                    <a:pt x="2264664" y="673608"/>
                  </a:moveTo>
                  <a:lnTo>
                    <a:pt x="1926336" y="673608"/>
                  </a:lnTo>
                  <a:lnTo>
                    <a:pt x="1926336" y="2655582"/>
                  </a:lnTo>
                  <a:lnTo>
                    <a:pt x="2264664" y="2655582"/>
                  </a:lnTo>
                  <a:lnTo>
                    <a:pt x="2264664" y="673608"/>
                  </a:lnTo>
                  <a:close/>
                </a:path>
                <a:path extrusionOk="0" h="2656204" w="4191000">
                  <a:moveTo>
                    <a:pt x="4191000" y="1560576"/>
                  </a:moveTo>
                  <a:lnTo>
                    <a:pt x="3855720" y="1560576"/>
                  </a:lnTo>
                  <a:lnTo>
                    <a:pt x="3855720" y="2655582"/>
                  </a:lnTo>
                  <a:lnTo>
                    <a:pt x="4191000" y="2655582"/>
                  </a:lnTo>
                  <a:lnTo>
                    <a:pt x="4191000" y="1560576"/>
                  </a:lnTo>
                  <a:close/>
                </a:path>
              </a:pathLst>
            </a:custGeom>
            <a:solidFill>
              <a:srgbClr val="A1CF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1269306" y="5697475"/>
              <a:ext cx="5779770" cy="0"/>
            </a:xfrm>
            <a:custGeom>
              <a:rect b="b" l="l" r="r" t="t"/>
              <a:pathLst>
                <a:path extrusionOk="0" h="120000" w="5779770">
                  <a:moveTo>
                    <a:pt x="0" y="0"/>
                  </a:moveTo>
                  <a:lnTo>
                    <a:pt x="5779585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3"/>
          <p:cNvSpPr/>
          <p:nvPr/>
        </p:nvSpPr>
        <p:spPr>
          <a:xfrm>
            <a:off x="1269306" y="2477277"/>
            <a:ext cx="5779770" cy="0"/>
          </a:xfrm>
          <a:custGeom>
            <a:rect b="b" l="l" r="r" t="t"/>
            <a:pathLst>
              <a:path extrusionOk="0" h="120000" w="5779770">
                <a:moveTo>
                  <a:pt x="0" y="0"/>
                </a:moveTo>
                <a:lnTo>
                  <a:pt x="5779585" y="0"/>
                </a:lnTo>
              </a:path>
            </a:pathLst>
          </a:cu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 txBox="1"/>
          <p:nvPr/>
        </p:nvSpPr>
        <p:spPr>
          <a:xfrm>
            <a:off x="1092713" y="5606288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976889" y="4963159"/>
            <a:ext cx="1981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 txBox="1"/>
          <p:nvPr/>
        </p:nvSpPr>
        <p:spPr>
          <a:xfrm>
            <a:off x="918978" y="4316983"/>
            <a:ext cx="2673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918978" y="3673855"/>
            <a:ext cx="2673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918978" y="3030728"/>
            <a:ext cx="2673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918978" y="2384552"/>
            <a:ext cx="2673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1606426" y="5783579"/>
            <a:ext cx="12553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Entire home/apt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3664529" y="5783579"/>
            <a:ext cx="98298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Private room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5595660" y="5783579"/>
            <a:ext cx="98298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Shared room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2064623" y="2055876"/>
            <a:ext cx="447421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Avg Price by Room Type Across Stay Terms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2774934" y="6302452"/>
            <a:ext cx="97790" cy="97790"/>
          </a:xfrm>
          <a:custGeom>
            <a:rect b="b" l="l" r="r" t="t"/>
            <a:pathLst>
              <a:path extrusionOk="0" h="97789" w="97789">
                <a:moveTo>
                  <a:pt x="97641" y="0"/>
                </a:moveTo>
                <a:lnTo>
                  <a:pt x="0" y="0"/>
                </a:lnTo>
                <a:lnTo>
                  <a:pt x="0" y="97641"/>
                </a:lnTo>
                <a:lnTo>
                  <a:pt x="97641" y="97641"/>
                </a:lnTo>
                <a:lnTo>
                  <a:pt x="97641" y="0"/>
                </a:lnTo>
                <a:close/>
              </a:path>
            </a:pathLst>
          </a:custGeom>
          <a:solidFill>
            <a:srgbClr val="158EB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 txBox="1"/>
          <p:nvPr/>
        </p:nvSpPr>
        <p:spPr>
          <a:xfrm>
            <a:off x="2903933" y="6204203"/>
            <a:ext cx="7391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long-term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3688529" y="6302452"/>
            <a:ext cx="97790" cy="97790"/>
          </a:xfrm>
          <a:custGeom>
            <a:rect b="b" l="l" r="r" t="t"/>
            <a:pathLst>
              <a:path extrusionOk="0" h="97789" w="97789">
                <a:moveTo>
                  <a:pt x="97640" y="0"/>
                </a:moveTo>
                <a:lnTo>
                  <a:pt x="0" y="0"/>
                </a:lnTo>
                <a:lnTo>
                  <a:pt x="0" y="97641"/>
                </a:lnTo>
                <a:lnTo>
                  <a:pt x="97640" y="97641"/>
                </a:lnTo>
                <a:lnTo>
                  <a:pt x="97640" y="0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 txBox="1"/>
          <p:nvPr/>
        </p:nvSpPr>
        <p:spPr>
          <a:xfrm>
            <a:off x="3817527" y="6204203"/>
            <a:ext cx="7137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mid-term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4566690" y="6302452"/>
            <a:ext cx="97790" cy="97790"/>
          </a:xfrm>
          <a:custGeom>
            <a:rect b="b" l="l" r="r" t="t"/>
            <a:pathLst>
              <a:path extrusionOk="0" h="97789" w="97789">
                <a:moveTo>
                  <a:pt x="97641" y="0"/>
                </a:moveTo>
                <a:lnTo>
                  <a:pt x="0" y="0"/>
                </a:lnTo>
                <a:lnTo>
                  <a:pt x="0" y="97641"/>
                </a:lnTo>
                <a:lnTo>
                  <a:pt x="97641" y="97641"/>
                </a:lnTo>
                <a:lnTo>
                  <a:pt x="97641" y="0"/>
                </a:lnTo>
                <a:close/>
              </a:path>
            </a:pathLst>
          </a:custGeom>
          <a:solidFill>
            <a:srgbClr val="A1CF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 txBox="1"/>
          <p:nvPr/>
        </p:nvSpPr>
        <p:spPr>
          <a:xfrm>
            <a:off x="4695688" y="6204203"/>
            <a:ext cx="8153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short-term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7280030" y="3304646"/>
            <a:ext cx="3931285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Insight #5: Short-term entire home is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7280030" y="3609446"/>
            <a:ext cx="4032885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much pricier than private room in any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7280030" y="3914246"/>
            <a:ext cx="1060450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stay term.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68547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4"/>
          <p:cNvSpPr txBox="1"/>
          <p:nvPr/>
        </p:nvSpPr>
        <p:spPr>
          <a:xfrm>
            <a:off x="713015" y="2199132"/>
            <a:ext cx="213614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000">
            <a:spAutoFit/>
          </a:bodyPr>
          <a:lstStyle/>
          <a:p>
            <a:pPr indent="0" lvl="0" marL="12700" marR="508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FINDINGS: LOCATION</a:t>
            </a:r>
            <a:endParaRPr sz="5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786678" y="3765313"/>
            <a:ext cx="3931920" cy="0"/>
          </a:xfrm>
          <a:custGeom>
            <a:rect b="b" l="l" r="r" t="t"/>
            <a:pathLst>
              <a:path extrusionOk="0" h="120000"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noFill/>
          <a:ln cap="flat" cmpd="sng" w="19050">
            <a:solidFill>
              <a:srgbClr val="D2E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6647" y="1725167"/>
            <a:ext cx="5763767" cy="3691128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261" name="Google Shape;261;p14"/>
          <p:cNvSpPr txBox="1"/>
          <p:nvPr>
            <p:ph type="ctrTitle"/>
          </p:nvPr>
        </p:nvSpPr>
        <p:spPr>
          <a:xfrm>
            <a:off x="1102867" y="830580"/>
            <a:ext cx="9986264" cy="799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075">
            <a:spAutoFit/>
          </a:bodyPr>
          <a:lstStyle/>
          <a:p>
            <a:pPr indent="0" lvl="0" marL="69100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BANGKOK MAP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66" name="Google Shape;266;p15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LOCATION (REGIONS)</a:t>
            </a:r>
            <a:endParaRPr/>
          </a:p>
        </p:txBody>
      </p:sp>
      <p:grpSp>
        <p:nvGrpSpPr>
          <p:cNvPr id="267" name="Google Shape;267;p15"/>
          <p:cNvGrpSpPr/>
          <p:nvPr/>
        </p:nvGrpSpPr>
        <p:grpSpPr>
          <a:xfrm>
            <a:off x="1115631" y="3420392"/>
            <a:ext cx="2533650" cy="2567940"/>
            <a:chOff x="1115631" y="3420392"/>
            <a:chExt cx="2533650" cy="2567940"/>
          </a:xfrm>
        </p:grpSpPr>
        <p:sp>
          <p:nvSpPr>
            <p:cNvPr id="268" name="Google Shape;268;p15"/>
            <p:cNvSpPr/>
            <p:nvPr/>
          </p:nvSpPr>
          <p:spPr>
            <a:xfrm>
              <a:off x="1115631" y="4344796"/>
              <a:ext cx="343535" cy="1575435"/>
            </a:xfrm>
            <a:custGeom>
              <a:rect b="b" l="l" r="r" t="t"/>
              <a:pathLst>
                <a:path extrusionOk="0" h="1575435" w="343534">
                  <a:moveTo>
                    <a:pt x="93675" y="1283970"/>
                  </a:moveTo>
                  <a:lnTo>
                    <a:pt x="0" y="1283970"/>
                  </a:lnTo>
                  <a:lnTo>
                    <a:pt x="0" y="1575130"/>
                  </a:lnTo>
                  <a:lnTo>
                    <a:pt x="93675" y="1575130"/>
                  </a:lnTo>
                  <a:lnTo>
                    <a:pt x="93675" y="1283970"/>
                  </a:lnTo>
                  <a:close/>
                </a:path>
                <a:path extrusionOk="0" h="1575435" w="343534">
                  <a:moveTo>
                    <a:pt x="248183" y="855980"/>
                  </a:moveTo>
                  <a:lnTo>
                    <a:pt x="0" y="855980"/>
                  </a:lnTo>
                  <a:lnTo>
                    <a:pt x="0" y="1147140"/>
                  </a:lnTo>
                  <a:lnTo>
                    <a:pt x="248183" y="1147140"/>
                  </a:lnTo>
                  <a:lnTo>
                    <a:pt x="248183" y="855980"/>
                  </a:lnTo>
                  <a:close/>
                </a:path>
                <a:path extrusionOk="0" h="1575435" w="343534">
                  <a:moveTo>
                    <a:pt x="342671" y="427990"/>
                  </a:moveTo>
                  <a:lnTo>
                    <a:pt x="0" y="427990"/>
                  </a:lnTo>
                  <a:lnTo>
                    <a:pt x="0" y="719137"/>
                  </a:lnTo>
                  <a:lnTo>
                    <a:pt x="342671" y="719137"/>
                  </a:lnTo>
                  <a:lnTo>
                    <a:pt x="342671" y="427990"/>
                  </a:lnTo>
                  <a:close/>
                </a:path>
                <a:path extrusionOk="0" h="1575435" w="343534">
                  <a:moveTo>
                    <a:pt x="342938" y="0"/>
                  </a:moveTo>
                  <a:lnTo>
                    <a:pt x="0" y="0"/>
                  </a:lnTo>
                  <a:lnTo>
                    <a:pt x="0" y="291147"/>
                  </a:lnTo>
                  <a:lnTo>
                    <a:pt x="342938" y="291147"/>
                  </a:lnTo>
                  <a:lnTo>
                    <a:pt x="342938" y="0"/>
                  </a:lnTo>
                  <a:close/>
                </a:path>
              </a:pathLst>
            </a:custGeom>
            <a:solidFill>
              <a:srgbClr val="A4DE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1115631" y="3488816"/>
              <a:ext cx="2533650" cy="719455"/>
            </a:xfrm>
            <a:custGeom>
              <a:rect b="b" l="l" r="r" t="t"/>
              <a:pathLst>
                <a:path extrusionOk="0" h="719454" w="2533650">
                  <a:moveTo>
                    <a:pt x="1189304" y="427990"/>
                  </a:moveTo>
                  <a:lnTo>
                    <a:pt x="0" y="427990"/>
                  </a:lnTo>
                  <a:lnTo>
                    <a:pt x="0" y="719137"/>
                  </a:lnTo>
                  <a:lnTo>
                    <a:pt x="1189304" y="719137"/>
                  </a:lnTo>
                  <a:lnTo>
                    <a:pt x="1189304" y="427990"/>
                  </a:lnTo>
                  <a:close/>
                </a:path>
                <a:path extrusionOk="0" h="719454" w="2533650">
                  <a:moveTo>
                    <a:pt x="2533637" y="0"/>
                  </a:moveTo>
                  <a:lnTo>
                    <a:pt x="0" y="0"/>
                  </a:lnTo>
                  <a:lnTo>
                    <a:pt x="0" y="291147"/>
                  </a:lnTo>
                  <a:lnTo>
                    <a:pt x="2533637" y="291147"/>
                  </a:lnTo>
                  <a:lnTo>
                    <a:pt x="2533637" y="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1115638" y="3420392"/>
              <a:ext cx="0" cy="2567940"/>
            </a:xfrm>
            <a:custGeom>
              <a:rect b="b" l="l" r="r" t="t"/>
              <a:pathLst>
                <a:path extrusionOk="0" h="2567940" w="120000">
                  <a:moveTo>
                    <a:pt x="0" y="256794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15"/>
          <p:cNvSpPr txBox="1"/>
          <p:nvPr/>
        </p:nvSpPr>
        <p:spPr>
          <a:xfrm>
            <a:off x="1272816" y="5650991"/>
            <a:ext cx="35877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1.97%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1427316" y="5239511"/>
            <a:ext cx="35877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5.22%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1521807" y="4812792"/>
            <a:ext cx="35877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7.21%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1522079" y="4383023"/>
            <a:ext cx="35877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7.22%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2368437" y="3956304"/>
            <a:ext cx="426084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25.04%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3712778" y="3526535"/>
            <a:ext cx="426084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53.34%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505136" y="3456940"/>
            <a:ext cx="508000" cy="2473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71755" lvl="0" marL="40005" marR="508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South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34925" lvl="0" marL="40005" marR="5080" rtl="0" algn="l">
              <a:lnSpc>
                <a:spcPct val="102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Central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71120" lvl="0" marL="40005" marR="508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North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85090" lvl="0" marL="12700" marR="11430" rtl="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North Thonburi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116205" lvl="0" marL="40005" marR="5080" rtl="0" algn="l">
              <a:lnSpc>
                <a:spcPct val="102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East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85725" lvl="0" marL="12700" marR="11430" rtl="0" algn="l">
              <a:lnSpc>
                <a:spcPct val="102000"/>
              </a:lnSpc>
              <a:spcBef>
                <a:spcPts val="935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South Thonburi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1376977" y="2923540"/>
            <a:ext cx="19894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Listing Count by Region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" name="Google Shape;279;p15"/>
          <p:cNvGrpSpPr/>
          <p:nvPr/>
        </p:nvGrpSpPr>
        <p:grpSpPr>
          <a:xfrm>
            <a:off x="4980241" y="3420392"/>
            <a:ext cx="2258695" cy="2567940"/>
            <a:chOff x="4980241" y="3420392"/>
            <a:chExt cx="2258695" cy="2567940"/>
          </a:xfrm>
        </p:grpSpPr>
        <p:sp>
          <p:nvSpPr>
            <p:cNvPr id="280" name="Google Shape;280;p15"/>
            <p:cNvSpPr/>
            <p:nvPr/>
          </p:nvSpPr>
          <p:spPr>
            <a:xfrm>
              <a:off x="4980241" y="4344796"/>
              <a:ext cx="1261110" cy="1575435"/>
            </a:xfrm>
            <a:custGeom>
              <a:rect b="b" l="l" r="r" t="t"/>
              <a:pathLst>
                <a:path extrusionOk="0" h="1575435" w="1261110">
                  <a:moveTo>
                    <a:pt x="675144" y="1283970"/>
                  </a:moveTo>
                  <a:lnTo>
                    <a:pt x="0" y="1283970"/>
                  </a:lnTo>
                  <a:lnTo>
                    <a:pt x="0" y="1575130"/>
                  </a:lnTo>
                  <a:lnTo>
                    <a:pt x="675144" y="1575130"/>
                  </a:lnTo>
                  <a:lnTo>
                    <a:pt x="675144" y="1283970"/>
                  </a:lnTo>
                  <a:close/>
                </a:path>
                <a:path extrusionOk="0" h="1575435" w="1261110">
                  <a:moveTo>
                    <a:pt x="997559" y="855980"/>
                  </a:moveTo>
                  <a:lnTo>
                    <a:pt x="0" y="855980"/>
                  </a:lnTo>
                  <a:lnTo>
                    <a:pt x="0" y="1147140"/>
                  </a:lnTo>
                  <a:lnTo>
                    <a:pt x="997559" y="1147140"/>
                  </a:lnTo>
                  <a:lnTo>
                    <a:pt x="997559" y="855980"/>
                  </a:lnTo>
                  <a:close/>
                </a:path>
                <a:path extrusionOk="0" h="1575435" w="1261110">
                  <a:moveTo>
                    <a:pt x="1235519" y="427990"/>
                  </a:moveTo>
                  <a:lnTo>
                    <a:pt x="0" y="427990"/>
                  </a:lnTo>
                  <a:lnTo>
                    <a:pt x="0" y="719137"/>
                  </a:lnTo>
                  <a:lnTo>
                    <a:pt x="1235519" y="719137"/>
                  </a:lnTo>
                  <a:lnTo>
                    <a:pt x="1235519" y="427990"/>
                  </a:lnTo>
                  <a:close/>
                </a:path>
                <a:path extrusionOk="0" h="1575435" w="1261110">
                  <a:moveTo>
                    <a:pt x="1260856" y="0"/>
                  </a:moveTo>
                  <a:lnTo>
                    <a:pt x="0" y="0"/>
                  </a:lnTo>
                  <a:lnTo>
                    <a:pt x="0" y="291147"/>
                  </a:lnTo>
                  <a:lnTo>
                    <a:pt x="1260856" y="291147"/>
                  </a:lnTo>
                  <a:lnTo>
                    <a:pt x="1260856" y="0"/>
                  </a:lnTo>
                  <a:close/>
                </a:path>
              </a:pathLst>
            </a:custGeom>
            <a:solidFill>
              <a:srgbClr val="A4DE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4980241" y="3488816"/>
              <a:ext cx="2258695" cy="719455"/>
            </a:xfrm>
            <a:custGeom>
              <a:rect b="b" l="l" r="r" t="t"/>
              <a:pathLst>
                <a:path extrusionOk="0" h="719454" w="2258695">
                  <a:moveTo>
                    <a:pt x="1810550" y="427990"/>
                  </a:moveTo>
                  <a:lnTo>
                    <a:pt x="0" y="427990"/>
                  </a:lnTo>
                  <a:lnTo>
                    <a:pt x="0" y="719137"/>
                  </a:lnTo>
                  <a:lnTo>
                    <a:pt x="1810550" y="719137"/>
                  </a:lnTo>
                  <a:lnTo>
                    <a:pt x="1810550" y="427990"/>
                  </a:lnTo>
                  <a:close/>
                </a:path>
                <a:path extrusionOk="0" h="719454" w="2258695">
                  <a:moveTo>
                    <a:pt x="2258644" y="0"/>
                  </a:moveTo>
                  <a:lnTo>
                    <a:pt x="0" y="0"/>
                  </a:lnTo>
                  <a:lnTo>
                    <a:pt x="0" y="291147"/>
                  </a:lnTo>
                  <a:lnTo>
                    <a:pt x="2258644" y="291147"/>
                  </a:lnTo>
                  <a:lnTo>
                    <a:pt x="2258644" y="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4980251" y="3420392"/>
              <a:ext cx="0" cy="2567940"/>
            </a:xfrm>
            <a:custGeom>
              <a:rect b="b" l="l" r="r" t="t"/>
              <a:pathLst>
                <a:path extrusionOk="0" h="2567940" w="120000">
                  <a:moveTo>
                    <a:pt x="0" y="256794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5"/>
          <p:cNvSpPr txBox="1"/>
          <p:nvPr/>
        </p:nvSpPr>
        <p:spPr>
          <a:xfrm>
            <a:off x="5718888" y="5650991"/>
            <a:ext cx="26162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0.24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6041306" y="5239511"/>
            <a:ext cx="26162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0.35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6279270" y="4812792"/>
            <a:ext cx="26162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0.43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6304607" y="4383023"/>
            <a:ext cx="26162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0.44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6854300" y="3956304"/>
            <a:ext cx="26162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0.64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7302393" y="3526535"/>
            <a:ext cx="26162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4369748" y="3456940"/>
            <a:ext cx="508000" cy="2473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71755" lvl="0" marL="40005" marR="508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South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34925" lvl="0" marL="40005" marR="5080" rtl="0" algn="l">
              <a:lnSpc>
                <a:spcPct val="102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Central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71120" lvl="0" marL="40005" marR="508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North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85090" lvl="0" marL="12700" marR="11430" rtl="0" algn="l">
              <a:lnSpc>
                <a:spcPct val="102000"/>
              </a:lnSpc>
              <a:spcBef>
                <a:spcPts val="94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North Thonburi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116205" lvl="0" marL="40005" marR="5080" rtl="0" algn="l">
              <a:lnSpc>
                <a:spcPct val="102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East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85725" lvl="0" marL="12700" marR="11430" rtl="0" algn="l">
              <a:lnSpc>
                <a:spcPct val="102000"/>
              </a:lnSpc>
              <a:spcBef>
                <a:spcPts val="935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South Thonburi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5058011" y="2923540"/>
            <a:ext cx="235648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Monthly Reviews by Region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" name="Google Shape;291;p15"/>
          <p:cNvGrpSpPr/>
          <p:nvPr/>
        </p:nvGrpSpPr>
        <p:grpSpPr>
          <a:xfrm>
            <a:off x="8564613" y="3404663"/>
            <a:ext cx="2712085" cy="2567940"/>
            <a:chOff x="8564613" y="3404663"/>
            <a:chExt cx="2712085" cy="2567940"/>
          </a:xfrm>
        </p:grpSpPr>
        <p:sp>
          <p:nvSpPr>
            <p:cNvPr id="292" name="Google Shape;292;p15"/>
            <p:cNvSpPr/>
            <p:nvPr/>
          </p:nvSpPr>
          <p:spPr>
            <a:xfrm>
              <a:off x="8564613" y="4329074"/>
              <a:ext cx="2258060" cy="1575435"/>
            </a:xfrm>
            <a:custGeom>
              <a:rect b="b" l="l" r="r" t="t"/>
              <a:pathLst>
                <a:path extrusionOk="0" h="1575435" w="2258059">
                  <a:moveTo>
                    <a:pt x="1994776" y="1283970"/>
                  </a:moveTo>
                  <a:lnTo>
                    <a:pt x="0" y="1283970"/>
                  </a:lnTo>
                  <a:lnTo>
                    <a:pt x="0" y="1575117"/>
                  </a:lnTo>
                  <a:lnTo>
                    <a:pt x="1994776" y="1575117"/>
                  </a:lnTo>
                  <a:lnTo>
                    <a:pt x="1994776" y="1283970"/>
                  </a:lnTo>
                  <a:close/>
                </a:path>
                <a:path extrusionOk="0" h="1575435" w="2258059">
                  <a:moveTo>
                    <a:pt x="2011845" y="855980"/>
                  </a:moveTo>
                  <a:lnTo>
                    <a:pt x="0" y="855980"/>
                  </a:lnTo>
                  <a:lnTo>
                    <a:pt x="0" y="1147127"/>
                  </a:lnTo>
                  <a:lnTo>
                    <a:pt x="2011845" y="1147127"/>
                  </a:lnTo>
                  <a:lnTo>
                    <a:pt x="2011845" y="855980"/>
                  </a:lnTo>
                  <a:close/>
                </a:path>
                <a:path extrusionOk="0" h="1575435" w="2258059">
                  <a:moveTo>
                    <a:pt x="2043874" y="427990"/>
                  </a:moveTo>
                  <a:lnTo>
                    <a:pt x="0" y="427990"/>
                  </a:lnTo>
                  <a:lnTo>
                    <a:pt x="0" y="719137"/>
                  </a:lnTo>
                  <a:lnTo>
                    <a:pt x="2043874" y="719137"/>
                  </a:lnTo>
                  <a:lnTo>
                    <a:pt x="2043874" y="427990"/>
                  </a:lnTo>
                  <a:close/>
                </a:path>
                <a:path extrusionOk="0" h="1575435" w="2258059">
                  <a:moveTo>
                    <a:pt x="2257628" y="0"/>
                  </a:moveTo>
                  <a:lnTo>
                    <a:pt x="0" y="0"/>
                  </a:lnTo>
                  <a:lnTo>
                    <a:pt x="0" y="291147"/>
                  </a:lnTo>
                  <a:lnTo>
                    <a:pt x="2257628" y="291147"/>
                  </a:lnTo>
                  <a:lnTo>
                    <a:pt x="2257628" y="0"/>
                  </a:lnTo>
                  <a:close/>
                </a:path>
              </a:pathLst>
            </a:custGeom>
            <a:solidFill>
              <a:srgbClr val="A4DE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8564613" y="3473094"/>
              <a:ext cx="2712085" cy="719455"/>
            </a:xfrm>
            <a:custGeom>
              <a:rect b="b" l="l" r="r" t="t"/>
              <a:pathLst>
                <a:path extrusionOk="0" h="719454" w="2712084">
                  <a:moveTo>
                    <a:pt x="2411603" y="427990"/>
                  </a:moveTo>
                  <a:lnTo>
                    <a:pt x="0" y="427990"/>
                  </a:lnTo>
                  <a:lnTo>
                    <a:pt x="0" y="719137"/>
                  </a:lnTo>
                  <a:lnTo>
                    <a:pt x="2411603" y="719137"/>
                  </a:lnTo>
                  <a:lnTo>
                    <a:pt x="2411603" y="427990"/>
                  </a:lnTo>
                  <a:close/>
                </a:path>
                <a:path extrusionOk="0" h="719454" w="2712084">
                  <a:moveTo>
                    <a:pt x="2711793" y="0"/>
                  </a:moveTo>
                  <a:lnTo>
                    <a:pt x="0" y="0"/>
                  </a:lnTo>
                  <a:lnTo>
                    <a:pt x="0" y="291147"/>
                  </a:lnTo>
                  <a:lnTo>
                    <a:pt x="2711793" y="291147"/>
                  </a:lnTo>
                  <a:lnTo>
                    <a:pt x="2711793" y="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8564614" y="3404663"/>
              <a:ext cx="0" cy="2567940"/>
            </a:xfrm>
            <a:custGeom>
              <a:rect b="b" l="l" r="r" t="t"/>
              <a:pathLst>
                <a:path extrusionOk="0" h="2567940" w="120000">
                  <a:moveTo>
                    <a:pt x="0" y="256794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" name="Google Shape;295;p15"/>
          <p:cNvSpPr txBox="1"/>
          <p:nvPr/>
        </p:nvSpPr>
        <p:spPr>
          <a:xfrm>
            <a:off x="10622897" y="5635752"/>
            <a:ext cx="464184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1399.81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10639959" y="5224272"/>
            <a:ext cx="464184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1411.79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10671995" y="4794504"/>
            <a:ext cx="464184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1434.27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10885745" y="4367784"/>
            <a:ext cx="464184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1584.26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11039719" y="3941064"/>
            <a:ext cx="464184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1692.31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11296271" y="3511296"/>
            <a:ext cx="464184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1902.97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7954111" y="3441700"/>
            <a:ext cx="508000" cy="2473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905" lvl="0" marL="4000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South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1905" lvl="0" marL="40005" marR="5080" rtl="0" algn="ctr">
              <a:lnSpc>
                <a:spcPct val="102000"/>
              </a:lnSpc>
              <a:spcBef>
                <a:spcPts val="935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Central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5080" lvl="0" marL="12700" marR="11430" rtl="0" algn="ctr">
              <a:lnSpc>
                <a:spcPct val="102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South Thonburi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4445" lvl="0" marL="12700" marR="11430" rtl="0" algn="ctr">
              <a:lnSpc>
                <a:spcPct val="102000"/>
              </a:lnSpc>
              <a:spcBef>
                <a:spcPts val="935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North Thonburi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005" marR="5080" rtl="0" algn="ctr">
              <a:lnSpc>
                <a:spcPct val="102000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East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540" lvl="0" marL="40005" marR="5080" rtl="0" algn="ctr">
              <a:lnSpc>
                <a:spcPct val="102000"/>
              </a:lnSpc>
              <a:spcBef>
                <a:spcPts val="935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North Bangkok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8984722" y="2908300"/>
            <a:ext cx="16719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Avg Price by Region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7747332" y="2929271"/>
            <a:ext cx="0" cy="3227705"/>
          </a:xfrm>
          <a:custGeom>
            <a:rect b="b" l="l" r="r" t="t"/>
            <a:pathLst>
              <a:path extrusionOk="0" h="3227704" w="120000">
                <a:moveTo>
                  <a:pt x="0" y="0"/>
                </a:moveTo>
                <a:lnTo>
                  <a:pt x="0" y="3227294"/>
                </a:lnTo>
              </a:path>
            </a:pathLst>
          </a:custGeom>
          <a:noFill/>
          <a:ln cap="flat" cmpd="sng" w="1270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4228686" y="2929271"/>
            <a:ext cx="0" cy="3227705"/>
          </a:xfrm>
          <a:custGeom>
            <a:rect b="b" l="l" r="r" t="t"/>
            <a:pathLst>
              <a:path extrusionOk="0" h="3227704" w="120000">
                <a:moveTo>
                  <a:pt x="0" y="0"/>
                </a:moveTo>
                <a:lnTo>
                  <a:pt x="0" y="3227294"/>
                </a:lnTo>
              </a:path>
            </a:pathLst>
          </a:custGeom>
          <a:noFill/>
          <a:ln cap="flat" cmpd="sng" w="1270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1115568" y="1806562"/>
            <a:ext cx="9777730" cy="609600"/>
          </a:xfrm>
          <a:custGeom>
            <a:rect b="b" l="l" r="r" t="t"/>
            <a:pathLst>
              <a:path extrusionOk="0" h="609600" w="9777730">
                <a:moveTo>
                  <a:pt x="9777412" y="0"/>
                </a:move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5206301" y="609600"/>
                </a:lnTo>
                <a:lnTo>
                  <a:pt x="5206301" y="304800"/>
                </a:lnTo>
                <a:lnTo>
                  <a:pt x="9777412" y="304800"/>
                </a:lnTo>
                <a:lnTo>
                  <a:pt x="9777412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 txBox="1"/>
          <p:nvPr/>
        </p:nvSpPr>
        <p:spPr>
          <a:xfrm>
            <a:off x="1102867" y="1781555"/>
            <a:ext cx="974598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Insight #6: South Bangkok and Central Bangkok are the most popular regions in listing count, monthly reviews, and also have the highest price.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11" name="Google Shape;311;p16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LOCATION (REGIONS)</a:t>
            </a:r>
            <a:endParaRPr/>
          </a:p>
        </p:txBody>
      </p:sp>
      <p:graphicFrame>
        <p:nvGraphicFramePr>
          <p:cNvPr id="312" name="Google Shape;312;p16"/>
          <p:cNvGraphicFramePr/>
          <p:nvPr/>
        </p:nvGraphicFramePr>
        <p:xfrm>
          <a:off x="1668924" y="28465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{E145C8C8-A39E-4A7E-B5B9-2740D2D3B551}</a:tableStyleId>
              </a:tblPr>
              <a:tblGrid>
                <a:gridCol w="1297300"/>
                <a:gridCol w="1600200"/>
              </a:tblGrid>
              <a:tr h="254000">
                <a:tc gridSpan="2"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186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by Region (Entire home/apt)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0B0F0"/>
                    </a:solidFill>
                  </a:tcPr>
                </a:tc>
                <a:tc hMerge="1"/>
              </a:tr>
              <a:tr h="270500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room_type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0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Entire home/apt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3200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Row Labels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0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of price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41925">
                <a:tc rowSpan="2"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180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 Bangkok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2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Bangkok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164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1964.78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63BE7B"/>
                    </a:solidFill>
                  </a:tcPr>
                </a:tc>
              </a:tr>
              <a:tr h="291475">
                <a:tc vMerge="1"/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1828.42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0CC85"/>
                    </a:solidFill>
                  </a:tcPr>
                </a:tc>
              </a:tr>
              <a:tr h="233675">
                <a:tc rowSpan="4"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138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 Thonburi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36830" marR="162560" rtl="0" algn="l">
                        <a:lnSpc>
                          <a:spcPct val="11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East Bangkok North Bangkok North Thonburi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121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1741.76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ACD58B"/>
                    </a:solidFill>
                  </a:tcPr>
                </a:tc>
              </a:tr>
              <a:tr h="262250">
                <a:tc vMerge="1"/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186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1633.15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solidFill>
                      <a:srgbClr val="CFE092"/>
                    </a:solidFill>
                  </a:tcPr>
                </a:tc>
              </a:tr>
              <a:tr h="262250">
                <a:tc vMerge="1"/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186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1533.17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solidFill>
                      <a:srgbClr val="EFEA99"/>
                    </a:solidFill>
                  </a:tcPr>
                </a:tc>
              </a:tr>
              <a:tr h="270500">
                <a:tc vMerge="1"/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1482.81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F9C"/>
                    </a:solidFill>
                  </a:tcPr>
                </a:tc>
              </a:tr>
              <a:tr h="270500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</a:t>
                      </a:r>
                      <a:r>
                        <a:rPr b="1" lang="en-US" sz="1550" u="none" cap="small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1861.86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3" name="Google Shape;313;p16"/>
          <p:cNvGraphicFramePr/>
          <p:nvPr/>
        </p:nvGraphicFramePr>
        <p:xfrm>
          <a:off x="4842253" y="28465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{E145C8C8-A39E-4A7E-B5B9-2740D2D3B551}</a:tableStyleId>
              </a:tblPr>
              <a:tblGrid>
                <a:gridCol w="1325875"/>
                <a:gridCol w="1393825"/>
              </a:tblGrid>
              <a:tr h="254000">
                <a:tc gridSpan="2">
                  <a:txBody>
                    <a:bodyPr/>
                    <a:lstStyle/>
                    <a:p>
                      <a:pPr indent="0" lvl="0" marL="37465" marR="0" rtl="0" algn="l">
                        <a:lnSpc>
                          <a:spcPct val="1186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by Region (Private room)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0B0F0"/>
                    </a:solidFill>
                  </a:tcPr>
                </a:tc>
                <a:tc hMerge="1"/>
              </a:tr>
              <a:tr h="270500">
                <a:tc>
                  <a:txBody>
                    <a:bodyPr/>
                    <a:lstStyle/>
                    <a:p>
                      <a:pPr indent="0" lvl="0" marL="374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room_type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room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3200">
                <a:tc>
                  <a:txBody>
                    <a:bodyPr/>
                    <a:lstStyle/>
                    <a:p>
                      <a:pPr indent="0" lvl="0" marL="374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Row Labels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of price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41925">
                <a:tc rowSpan="2">
                  <a:txBody>
                    <a:bodyPr/>
                    <a:lstStyle/>
                    <a:p>
                      <a:pPr indent="0" lvl="0" marL="37465" marR="0" rtl="0" algn="l">
                        <a:lnSpc>
                          <a:spcPct val="1180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 Bangkok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37465" marR="0" rtl="0" algn="l">
                        <a:lnSpc>
                          <a:spcPct val="100000"/>
                        </a:lnSpc>
                        <a:spcBef>
                          <a:spcPts val="2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Bangkok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0480" rtl="0" algn="r">
                        <a:lnSpc>
                          <a:spcPct val="1164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1738.91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63BE7B"/>
                    </a:solidFill>
                  </a:tcPr>
                </a:tc>
              </a:tr>
              <a:tr h="291475">
                <a:tc vMerge="1"/>
                <a:tc>
                  <a:txBody>
                    <a:bodyPr/>
                    <a:lstStyle/>
                    <a:p>
                      <a:pPr indent="0" lvl="0" marL="0" marR="3048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1419.47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D98E"/>
                    </a:solidFill>
                  </a:tcPr>
                </a:tc>
              </a:tr>
              <a:tr h="496575">
                <a:tc rowSpan="3">
                  <a:txBody>
                    <a:bodyPr/>
                    <a:lstStyle/>
                    <a:p>
                      <a:pPr indent="0" lvl="0" marL="37465" marR="0" rtl="0" algn="just">
                        <a:lnSpc>
                          <a:spcPct val="1138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 Thonburi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37465" marR="165735" rtl="0" algn="just">
                        <a:lnSpc>
                          <a:spcPct val="11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 Thonburi North Bangkok East Bangkok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66445" marR="0" rtl="0" algn="l">
                        <a:lnSpc>
                          <a:spcPct val="1138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1383.13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766445" marR="0" rtl="0" algn="l">
                        <a:lnSpc>
                          <a:spcPct val="118645"/>
                        </a:lnSpc>
                        <a:spcBef>
                          <a:spcPts val="20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1382.09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3DD90"/>
                    </a:solidFill>
                  </a:tcPr>
                </a:tc>
              </a:tr>
              <a:tr h="262250">
                <a:tc vMerge="1"/>
                <a:tc>
                  <a:txBody>
                    <a:bodyPr/>
                    <a:lstStyle/>
                    <a:p>
                      <a:pPr indent="0" lvl="0" marL="0" marR="30480" rtl="0" algn="r">
                        <a:lnSpc>
                          <a:spcPct val="1186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1260.10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solidFill>
                      <a:srgbClr val="E4E797"/>
                    </a:solidFill>
                  </a:tcPr>
                </a:tc>
              </a:tr>
              <a:tr h="270500">
                <a:tc vMerge="1"/>
                <a:tc>
                  <a:txBody>
                    <a:bodyPr/>
                    <a:lstStyle/>
                    <a:p>
                      <a:pPr indent="0" lvl="0" marL="0" marR="3048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1156.87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F9C"/>
                    </a:solidFill>
                  </a:tcPr>
                </a:tc>
              </a:tr>
              <a:tr h="270500">
                <a:tc>
                  <a:txBody>
                    <a:bodyPr/>
                    <a:lstStyle/>
                    <a:p>
                      <a:pPr indent="0" lvl="0" marL="374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</a:t>
                      </a:r>
                      <a:r>
                        <a:rPr b="1" lang="en-US" sz="1550" u="none" cap="small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984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1507.57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4" name="Google Shape;314;p16"/>
          <p:cNvGraphicFramePr/>
          <p:nvPr/>
        </p:nvGraphicFramePr>
        <p:xfrm>
          <a:off x="7841941" y="28465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{E145C8C8-A39E-4A7E-B5B9-2740D2D3B551}</a:tableStyleId>
              </a:tblPr>
              <a:tblGrid>
                <a:gridCol w="1297300"/>
                <a:gridCol w="1363975"/>
              </a:tblGrid>
              <a:tr h="254000">
                <a:tc gridSpan="2"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186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by Region (Shared room)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0B0F0"/>
                    </a:solidFill>
                  </a:tcPr>
                </a:tc>
                <a:tc hMerge="1"/>
              </a:tr>
              <a:tr h="270500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room_type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0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Shared room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0500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Row Labels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0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of price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254000">
                <a:tc rowSpan="2"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East Bangkok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186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1288.00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63BE7B"/>
                    </a:solidFill>
                  </a:tcPr>
                </a:tc>
              </a:tr>
              <a:tr h="14600">
                <a:tc vMerge="1"/>
                <a:tc rowSpan="2">
                  <a:txBody>
                    <a:bodyPr/>
                    <a:lstStyle/>
                    <a:p>
                      <a:pPr indent="0" lvl="0" marL="749935" marR="0" rtl="0" algn="l">
                        <a:lnSpc>
                          <a:spcPct val="1186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1005.00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solidFill>
                      <a:srgbClr val="A9D48A"/>
                    </a:solidFill>
                  </a:tcPr>
                </a:tc>
              </a:tr>
              <a:tr h="247650">
                <a:tc rowSpan="2"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 Bangkok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9050">
                      <a:solidFill>
                        <a:srgbClr val="D4D4D4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</a:tcPr>
                </a:tc>
                <a:tc vMerge="1"/>
              </a:tr>
              <a:tr h="14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CEE092"/>
                    </a:solidFill>
                  </a:tcPr>
                </a:tc>
              </a:tr>
              <a:tr h="262250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 Thonburi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9050">
                      <a:solidFill>
                        <a:srgbClr val="D4D4D4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864.94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solidFill>
                      <a:srgbClr val="CEE092"/>
                    </a:solidFill>
                  </a:tcPr>
                </a:tc>
              </a:tr>
              <a:tr h="247650">
                <a:tc rowSpan="2"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 Bangkok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9050">
                      <a:solidFill>
                        <a:srgbClr val="D4D4D4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186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851.39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solidFill>
                      <a:srgbClr val="CEE092"/>
                    </a:solidFill>
                  </a:tcPr>
                </a:tc>
              </a:tr>
              <a:tr h="14600">
                <a:tc vMerge="1"/>
                <a:tc rowSpan="2">
                  <a:txBody>
                    <a:bodyPr/>
                    <a:lstStyle/>
                    <a:p>
                      <a:pPr indent="0" lvl="0" marL="838835" marR="0" rtl="0" algn="l">
                        <a:lnSpc>
                          <a:spcPct val="1186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750.68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solidFill>
                      <a:srgbClr val="E7E897"/>
                    </a:solidFill>
                  </a:tcPr>
                </a:tc>
              </a:tr>
              <a:tr h="247650">
                <a:tc rowSpan="2"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Bangkok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9050">
                      <a:solidFill>
                        <a:srgbClr val="D4D4D4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</a:tcPr>
                </a:tc>
                <a:tc vMerge="1"/>
              </a:tr>
              <a:tr h="14600">
                <a:tc vMerge="1"/>
                <a:tc rowSpan="2">
                  <a:txBody>
                    <a:bodyPr/>
                    <a:lstStyle/>
                    <a:p>
                      <a:pPr indent="0" lvl="0" marL="8388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650.00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F9C"/>
                    </a:solidFill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 Thonburi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9050">
                      <a:solidFill>
                        <a:srgbClr val="D4D4D4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70500">
                <a:tc>
                  <a:txBody>
                    <a:bodyPr/>
                    <a:lstStyle/>
                    <a:p>
                      <a:pPr indent="0" lvl="0" marL="368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</a:t>
                      </a:r>
                      <a:r>
                        <a:rPr b="1" lang="en-US" sz="1550" u="none" cap="small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otal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920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845.96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250" marB="0" marR="0" marL="0">
                    <a:lnT cap="flat" cmpd="sng" w="19050">
                      <a:solidFill>
                        <a:srgbClr val="8E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16"/>
          <p:cNvSpPr/>
          <p:nvPr/>
        </p:nvSpPr>
        <p:spPr>
          <a:xfrm>
            <a:off x="1115568" y="1776615"/>
            <a:ext cx="9773285" cy="609600"/>
          </a:xfrm>
          <a:custGeom>
            <a:rect b="b" l="l" r="r" t="t"/>
            <a:pathLst>
              <a:path extrusionOk="0" h="609600" w="9773285">
                <a:moveTo>
                  <a:pt x="9772904" y="0"/>
                </a:move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4548251" y="609600"/>
                </a:lnTo>
                <a:lnTo>
                  <a:pt x="4548251" y="304800"/>
                </a:lnTo>
                <a:lnTo>
                  <a:pt x="9772904" y="304800"/>
                </a:lnTo>
                <a:lnTo>
                  <a:pt x="9772904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6"/>
          <p:cNvSpPr txBox="1"/>
          <p:nvPr/>
        </p:nvSpPr>
        <p:spPr>
          <a:xfrm>
            <a:off x="1102867" y="1751076"/>
            <a:ext cx="979614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Insight #7: South Bangkok and Central Bangkok are also the pricier regions in for entire home and private room, but not for shared room.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21" name="Google Shape;321;p17"/>
          <p:cNvSpPr txBox="1"/>
          <p:nvPr>
            <p:ph type="title"/>
          </p:nvPr>
        </p:nvSpPr>
        <p:spPr>
          <a:xfrm>
            <a:off x="1102867" y="413003"/>
            <a:ext cx="7255509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LOCATION (DISTRICTS) #1</a:t>
            </a:r>
            <a:endParaRPr/>
          </a:p>
        </p:txBody>
      </p:sp>
      <p:grpSp>
        <p:nvGrpSpPr>
          <p:cNvPr id="322" name="Google Shape;322;p17"/>
          <p:cNvGrpSpPr/>
          <p:nvPr/>
        </p:nvGrpSpPr>
        <p:grpSpPr>
          <a:xfrm>
            <a:off x="1363092" y="2249423"/>
            <a:ext cx="10229341" cy="4481748"/>
            <a:chOff x="1363092" y="2249423"/>
            <a:chExt cx="10229341" cy="4481748"/>
          </a:xfrm>
        </p:grpSpPr>
        <p:sp>
          <p:nvSpPr>
            <p:cNvPr id="323" name="Google Shape;323;p17"/>
            <p:cNvSpPr/>
            <p:nvPr/>
          </p:nvSpPr>
          <p:spPr>
            <a:xfrm>
              <a:off x="1511808" y="4109360"/>
              <a:ext cx="10080625" cy="0"/>
            </a:xfrm>
            <a:custGeom>
              <a:rect b="b" l="l" r="r" t="t"/>
              <a:pathLst>
                <a:path extrusionOk="0" h="120000" w="10080625">
                  <a:moveTo>
                    <a:pt x="9070848" y="0"/>
                  </a:moveTo>
                  <a:lnTo>
                    <a:pt x="10080116" y="0"/>
                  </a:lnTo>
                </a:path>
                <a:path extrusionOk="0" h="120000" w="10080625">
                  <a:moveTo>
                    <a:pt x="8467344" y="0"/>
                  </a:moveTo>
                  <a:lnTo>
                    <a:pt x="8574024" y="0"/>
                  </a:lnTo>
                </a:path>
                <a:path extrusionOk="0" h="120000" w="10080625">
                  <a:moveTo>
                    <a:pt x="201167" y="0"/>
                  </a:moveTo>
                  <a:lnTo>
                    <a:pt x="307847" y="0"/>
                  </a:lnTo>
                </a:path>
                <a:path extrusionOk="0" h="120000" w="10080625">
                  <a:moveTo>
                    <a:pt x="5443727" y="0"/>
                  </a:moveTo>
                  <a:lnTo>
                    <a:pt x="5550408" y="0"/>
                  </a:lnTo>
                </a:path>
                <a:path extrusionOk="0" h="120000" w="10080625">
                  <a:moveTo>
                    <a:pt x="3425952" y="0"/>
                  </a:moveTo>
                  <a:lnTo>
                    <a:pt x="3934967" y="0"/>
                  </a:lnTo>
                </a:path>
                <a:path extrusionOk="0" h="120000" w="10080625">
                  <a:moveTo>
                    <a:pt x="0" y="0"/>
                  </a:moveTo>
                  <a:lnTo>
                    <a:pt x="106679" y="0"/>
                  </a:lnTo>
                </a:path>
                <a:path extrusionOk="0" h="120000" w="10080625">
                  <a:moveTo>
                    <a:pt x="603504" y="0"/>
                  </a:moveTo>
                  <a:lnTo>
                    <a:pt x="710184" y="0"/>
                  </a:lnTo>
                </a:path>
                <a:path extrusionOk="0" h="120000" w="10080625">
                  <a:moveTo>
                    <a:pt x="5038344" y="0"/>
                  </a:moveTo>
                  <a:lnTo>
                    <a:pt x="5346192" y="0"/>
                  </a:lnTo>
                </a:path>
                <a:path extrusionOk="0" h="120000" w="10080625">
                  <a:moveTo>
                    <a:pt x="6047232" y="0"/>
                  </a:moveTo>
                  <a:lnTo>
                    <a:pt x="6153912" y="0"/>
                  </a:lnTo>
                </a:path>
                <a:path extrusionOk="0" h="120000" w="10080625">
                  <a:moveTo>
                    <a:pt x="6248399" y="0"/>
                  </a:moveTo>
                  <a:lnTo>
                    <a:pt x="7162800" y="0"/>
                  </a:lnTo>
                </a:path>
                <a:path extrusionOk="0" h="120000" w="10080625">
                  <a:moveTo>
                    <a:pt x="2420112" y="0"/>
                  </a:moveTo>
                  <a:lnTo>
                    <a:pt x="2523743" y="0"/>
                  </a:lnTo>
                </a:path>
                <a:path extrusionOk="0" h="120000" w="10080625">
                  <a:moveTo>
                    <a:pt x="5644895" y="0"/>
                  </a:moveTo>
                  <a:lnTo>
                    <a:pt x="5751575" y="0"/>
                  </a:lnTo>
                </a:path>
                <a:path extrusionOk="0" h="120000" w="10080625">
                  <a:moveTo>
                    <a:pt x="4032504" y="0"/>
                  </a:moveTo>
                  <a:lnTo>
                    <a:pt x="4139183" y="0"/>
                  </a:lnTo>
                </a:path>
                <a:path extrusionOk="0" h="120000" w="10080625">
                  <a:moveTo>
                    <a:pt x="2822447" y="0"/>
                  </a:moveTo>
                  <a:lnTo>
                    <a:pt x="2929128" y="0"/>
                  </a:lnTo>
                </a:path>
                <a:path extrusionOk="0" h="120000" w="10080625">
                  <a:moveTo>
                    <a:pt x="4837176" y="0"/>
                  </a:moveTo>
                  <a:lnTo>
                    <a:pt x="4943856" y="0"/>
                  </a:lnTo>
                </a:path>
                <a:path extrusionOk="0" h="120000" w="10080625">
                  <a:moveTo>
                    <a:pt x="8668512" y="0"/>
                  </a:moveTo>
                  <a:lnTo>
                    <a:pt x="8775192" y="0"/>
                  </a:lnTo>
                </a:path>
                <a:path extrusionOk="0" h="120000" w="10080625">
                  <a:moveTo>
                    <a:pt x="8869680" y="0"/>
                  </a:moveTo>
                  <a:lnTo>
                    <a:pt x="8976360" y="0"/>
                  </a:lnTo>
                </a:path>
                <a:path extrusionOk="0" h="120000" w="10080625">
                  <a:moveTo>
                    <a:pt x="7458456" y="0"/>
                  </a:moveTo>
                  <a:lnTo>
                    <a:pt x="8372856" y="0"/>
                  </a:lnTo>
                </a:path>
                <a:path extrusionOk="0" h="120000" w="10080625">
                  <a:moveTo>
                    <a:pt x="3224783" y="0"/>
                  </a:moveTo>
                  <a:lnTo>
                    <a:pt x="3331464" y="0"/>
                  </a:lnTo>
                </a:path>
                <a:path extrusionOk="0" h="120000" w="10080625">
                  <a:moveTo>
                    <a:pt x="804672" y="0"/>
                  </a:moveTo>
                  <a:lnTo>
                    <a:pt x="911352" y="0"/>
                  </a:lnTo>
                </a:path>
                <a:path extrusionOk="0" h="120000" w="10080625">
                  <a:moveTo>
                    <a:pt x="1008887" y="0"/>
                  </a:moveTo>
                  <a:lnTo>
                    <a:pt x="2121407" y="0"/>
                  </a:lnTo>
                </a:path>
                <a:path extrusionOk="0" h="120000" w="10080625">
                  <a:moveTo>
                    <a:pt x="7257288" y="0"/>
                  </a:moveTo>
                  <a:lnTo>
                    <a:pt x="7363968" y="0"/>
                  </a:lnTo>
                </a:path>
                <a:path extrusionOk="0" h="120000" w="10080625">
                  <a:moveTo>
                    <a:pt x="4434840" y="0"/>
                  </a:moveTo>
                  <a:lnTo>
                    <a:pt x="4541520" y="0"/>
                  </a:lnTo>
                </a:path>
                <a:path extrusionOk="0" h="120000" w="10080625">
                  <a:moveTo>
                    <a:pt x="5846064" y="0"/>
                  </a:moveTo>
                  <a:lnTo>
                    <a:pt x="5952744" y="0"/>
                  </a:lnTo>
                </a:path>
                <a:path extrusionOk="0" h="120000" w="10080625">
                  <a:moveTo>
                    <a:pt x="402335" y="0"/>
                  </a:moveTo>
                  <a:lnTo>
                    <a:pt x="509016" y="0"/>
                  </a:lnTo>
                </a:path>
              </a:pathLst>
            </a:custGeom>
            <a:noFill/>
            <a:ln cap="flat" cmpd="sng" w="450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1396624" y="4086812"/>
              <a:ext cx="0" cy="45720"/>
            </a:xfrm>
            <a:custGeom>
              <a:rect b="b" l="l" r="r" t="t"/>
              <a:pathLst>
                <a:path extrusionOk="0" h="45720" w="120000">
                  <a:moveTo>
                    <a:pt x="0" y="0"/>
                  </a:moveTo>
                  <a:lnTo>
                    <a:pt x="0" y="45096"/>
                  </a:lnTo>
                </a:path>
              </a:pathLst>
            </a:custGeom>
            <a:noFill/>
            <a:ln cap="flat" cmpd="sng" w="41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3727703" y="4109360"/>
              <a:ext cx="2527300" cy="0"/>
            </a:xfrm>
            <a:custGeom>
              <a:rect b="b" l="l" r="r" t="t"/>
              <a:pathLst>
                <a:path extrusionOk="0" h="120000" w="2527300">
                  <a:moveTo>
                    <a:pt x="2017776" y="0"/>
                  </a:moveTo>
                  <a:lnTo>
                    <a:pt x="2124456" y="0"/>
                  </a:lnTo>
                </a:path>
                <a:path extrusionOk="0" h="120000" w="2527300">
                  <a:moveTo>
                    <a:pt x="405384" y="0"/>
                  </a:moveTo>
                  <a:lnTo>
                    <a:pt x="512063" y="0"/>
                  </a:lnTo>
                </a:path>
                <a:path extrusionOk="0" h="120000" w="2527300">
                  <a:moveTo>
                    <a:pt x="2420112" y="0"/>
                  </a:moveTo>
                  <a:lnTo>
                    <a:pt x="2526792" y="0"/>
                  </a:lnTo>
                </a:path>
                <a:path extrusionOk="0" h="120000" w="2527300">
                  <a:moveTo>
                    <a:pt x="0" y="0"/>
                  </a:moveTo>
                  <a:lnTo>
                    <a:pt x="106680" y="0"/>
                  </a:lnTo>
                </a:path>
                <a:path extrusionOk="0" h="120000" w="2527300">
                  <a:moveTo>
                    <a:pt x="807720" y="0"/>
                  </a:moveTo>
                  <a:lnTo>
                    <a:pt x="914400" y="0"/>
                  </a:lnTo>
                </a:path>
              </a:pathLst>
            </a:custGeom>
            <a:noFill/>
            <a:ln cap="flat" cmpd="sng" w="450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1363092" y="2365247"/>
              <a:ext cx="10079990" cy="2670175"/>
            </a:xfrm>
            <a:custGeom>
              <a:rect b="b" l="l" r="r" t="t"/>
              <a:pathLst>
                <a:path extrusionOk="0" h="2670175" w="10079990">
                  <a:moveTo>
                    <a:pt x="3775835" y="2670048"/>
                  </a:moveTo>
                  <a:lnTo>
                    <a:pt x="3882515" y="2670048"/>
                  </a:lnTo>
                </a:path>
                <a:path extrusionOk="0" h="2670175" w="10079990">
                  <a:moveTo>
                    <a:pt x="1761107" y="2670048"/>
                  </a:moveTo>
                  <a:lnTo>
                    <a:pt x="1867787" y="2670048"/>
                  </a:lnTo>
                </a:path>
                <a:path extrusionOk="0" h="2670175" w="10079990">
                  <a:moveTo>
                    <a:pt x="4583555" y="2670048"/>
                  </a:moveTo>
                  <a:lnTo>
                    <a:pt x="4690235" y="2670048"/>
                  </a:lnTo>
                </a:path>
                <a:path extrusionOk="0" h="2670175" w="10079990">
                  <a:moveTo>
                    <a:pt x="5994779" y="2670048"/>
                  </a:moveTo>
                  <a:lnTo>
                    <a:pt x="6101459" y="2670048"/>
                  </a:lnTo>
                </a:path>
                <a:path extrusionOk="0" h="2670175" w="10079990">
                  <a:moveTo>
                    <a:pt x="4784723" y="2670048"/>
                  </a:moveTo>
                  <a:lnTo>
                    <a:pt x="4891403" y="2670048"/>
                  </a:lnTo>
                </a:path>
                <a:path extrusionOk="0" h="2670175" w="10079990">
                  <a:moveTo>
                    <a:pt x="3373499" y="2670048"/>
                  </a:moveTo>
                  <a:lnTo>
                    <a:pt x="3480179" y="2670048"/>
                  </a:lnTo>
                </a:path>
                <a:path extrusionOk="0" h="2670175" w="10079990">
                  <a:moveTo>
                    <a:pt x="1358771" y="2670048"/>
                  </a:moveTo>
                  <a:lnTo>
                    <a:pt x="1465451" y="2670048"/>
                  </a:lnTo>
                </a:path>
                <a:path extrusionOk="0" h="2670175" w="10079990">
                  <a:moveTo>
                    <a:pt x="8817227" y="2670048"/>
                  </a:moveTo>
                  <a:lnTo>
                    <a:pt x="8923907" y="2670048"/>
                  </a:lnTo>
                </a:path>
                <a:path extrusionOk="0" h="2670175" w="10079990">
                  <a:moveTo>
                    <a:pt x="6397115" y="2670048"/>
                  </a:moveTo>
                  <a:lnTo>
                    <a:pt x="6503795" y="2670048"/>
                  </a:lnTo>
                </a:path>
                <a:path extrusionOk="0" h="2670175" w="10079990">
                  <a:moveTo>
                    <a:pt x="9018395" y="2670048"/>
                  </a:moveTo>
                  <a:lnTo>
                    <a:pt x="9125075" y="2670048"/>
                  </a:lnTo>
                </a:path>
                <a:path extrusionOk="0" h="2670175" w="10079990">
                  <a:moveTo>
                    <a:pt x="5793611" y="2670048"/>
                  </a:moveTo>
                  <a:lnTo>
                    <a:pt x="5900291" y="2670048"/>
                  </a:lnTo>
                </a:path>
                <a:path extrusionOk="0" h="2670175" w="10079990">
                  <a:moveTo>
                    <a:pt x="9219563" y="2670048"/>
                  </a:moveTo>
                  <a:lnTo>
                    <a:pt x="9326243" y="2670048"/>
                  </a:lnTo>
                </a:path>
                <a:path extrusionOk="0" h="2670175" w="10079990">
                  <a:moveTo>
                    <a:pt x="953387" y="2670048"/>
                  </a:moveTo>
                  <a:lnTo>
                    <a:pt x="1060067" y="2670048"/>
                  </a:lnTo>
                </a:path>
                <a:path extrusionOk="0" h="2670175" w="10079990">
                  <a:moveTo>
                    <a:pt x="9826115" y="2670048"/>
                  </a:moveTo>
                  <a:lnTo>
                    <a:pt x="9929747" y="2670048"/>
                  </a:lnTo>
                </a:path>
                <a:path extrusionOk="0" h="2670175" w="10079990">
                  <a:moveTo>
                    <a:pt x="8616059" y="2670048"/>
                  </a:moveTo>
                  <a:lnTo>
                    <a:pt x="8722739" y="2670048"/>
                  </a:lnTo>
                </a:path>
                <a:path extrusionOk="0" h="2670175" w="10079990">
                  <a:moveTo>
                    <a:pt x="8210675" y="2670048"/>
                  </a:moveTo>
                  <a:lnTo>
                    <a:pt x="8317355" y="2670048"/>
                  </a:lnTo>
                </a:path>
                <a:path extrusionOk="0" h="2670175" w="10079990">
                  <a:moveTo>
                    <a:pt x="3172331" y="2670048"/>
                  </a:moveTo>
                  <a:lnTo>
                    <a:pt x="3279011" y="2670048"/>
                  </a:lnTo>
                </a:path>
                <a:path extrusionOk="0" h="2670175" w="10079990">
                  <a:moveTo>
                    <a:pt x="5592443" y="2670048"/>
                  </a:moveTo>
                  <a:lnTo>
                    <a:pt x="5699123" y="2670048"/>
                  </a:lnTo>
                </a:path>
                <a:path extrusionOk="0" h="2670175" w="10079990">
                  <a:moveTo>
                    <a:pt x="6195947" y="2670048"/>
                  </a:moveTo>
                  <a:lnTo>
                    <a:pt x="6302627" y="2670048"/>
                  </a:lnTo>
                </a:path>
                <a:path extrusionOk="0" h="2670175" w="10079990">
                  <a:moveTo>
                    <a:pt x="2769995" y="2670048"/>
                  </a:moveTo>
                  <a:lnTo>
                    <a:pt x="2876675" y="2670048"/>
                  </a:lnTo>
                </a:path>
                <a:path extrusionOk="0" h="2670175" w="10079990">
                  <a:moveTo>
                    <a:pt x="9420731" y="2670048"/>
                  </a:moveTo>
                  <a:lnTo>
                    <a:pt x="9527411" y="2670048"/>
                  </a:lnTo>
                </a:path>
                <a:path extrusionOk="0" h="2670175" w="10079990">
                  <a:moveTo>
                    <a:pt x="1962275" y="2670048"/>
                  </a:moveTo>
                  <a:lnTo>
                    <a:pt x="2068955" y="2670048"/>
                  </a:lnTo>
                </a:path>
                <a:path extrusionOk="0" h="2670175" w="10079990">
                  <a:moveTo>
                    <a:pt x="5187059" y="2670048"/>
                  </a:moveTo>
                  <a:lnTo>
                    <a:pt x="5293739" y="2670048"/>
                  </a:lnTo>
                </a:path>
                <a:path extrusionOk="0" h="2670175" w="10079990">
                  <a:moveTo>
                    <a:pt x="4985891" y="2670048"/>
                  </a:moveTo>
                  <a:lnTo>
                    <a:pt x="5092571" y="2670048"/>
                  </a:lnTo>
                </a:path>
                <a:path extrusionOk="0" h="2670175" w="10079990">
                  <a:moveTo>
                    <a:pt x="0" y="2670048"/>
                  </a:moveTo>
                  <a:lnTo>
                    <a:pt x="54227" y="2670048"/>
                  </a:lnTo>
                </a:path>
                <a:path extrusionOk="0" h="2670175" w="10079990">
                  <a:moveTo>
                    <a:pt x="3574667" y="2670048"/>
                  </a:moveTo>
                  <a:lnTo>
                    <a:pt x="3681347" y="2670048"/>
                  </a:lnTo>
                </a:path>
                <a:path extrusionOk="0" h="2670175" w="10079990">
                  <a:moveTo>
                    <a:pt x="10027283" y="2670048"/>
                  </a:moveTo>
                  <a:lnTo>
                    <a:pt x="10079608" y="2670048"/>
                  </a:lnTo>
                </a:path>
                <a:path extrusionOk="0" h="2670175" w="10079990">
                  <a:moveTo>
                    <a:pt x="9621899" y="2670048"/>
                  </a:moveTo>
                  <a:lnTo>
                    <a:pt x="9728579" y="2670048"/>
                  </a:lnTo>
                </a:path>
                <a:path extrusionOk="0" h="2670175" w="10079990">
                  <a:moveTo>
                    <a:pt x="7406003" y="2670048"/>
                  </a:moveTo>
                  <a:lnTo>
                    <a:pt x="7512683" y="2670048"/>
                  </a:lnTo>
                </a:path>
                <a:path extrusionOk="0" h="2670175" w="10079990">
                  <a:moveTo>
                    <a:pt x="2568827" y="2670048"/>
                  </a:moveTo>
                  <a:lnTo>
                    <a:pt x="2672459" y="2670048"/>
                  </a:lnTo>
                </a:path>
                <a:path extrusionOk="0" h="2670175" w="10079990">
                  <a:moveTo>
                    <a:pt x="7003667" y="2670048"/>
                  </a:moveTo>
                  <a:lnTo>
                    <a:pt x="7110347" y="2670048"/>
                  </a:lnTo>
                </a:path>
                <a:path extrusionOk="0" h="2670175" w="10079990">
                  <a:moveTo>
                    <a:pt x="1157603" y="2670048"/>
                  </a:moveTo>
                  <a:lnTo>
                    <a:pt x="1264283" y="2670048"/>
                  </a:lnTo>
                </a:path>
                <a:path extrusionOk="0" h="2670175" w="10079990">
                  <a:moveTo>
                    <a:pt x="3980051" y="2670048"/>
                  </a:moveTo>
                  <a:lnTo>
                    <a:pt x="4083683" y="2670048"/>
                  </a:lnTo>
                </a:path>
                <a:path extrusionOk="0" h="2670175" w="10079990">
                  <a:moveTo>
                    <a:pt x="349883" y="2670048"/>
                  </a:moveTo>
                  <a:lnTo>
                    <a:pt x="456563" y="2670048"/>
                  </a:lnTo>
                </a:path>
                <a:path extrusionOk="0" h="2670175" w="10079990">
                  <a:moveTo>
                    <a:pt x="4382387" y="2670048"/>
                  </a:moveTo>
                  <a:lnTo>
                    <a:pt x="4489067" y="2670048"/>
                  </a:lnTo>
                </a:path>
                <a:path extrusionOk="0" h="2670175" w="10079990">
                  <a:moveTo>
                    <a:pt x="8009507" y="2670048"/>
                  </a:moveTo>
                  <a:lnTo>
                    <a:pt x="8116187" y="2670048"/>
                  </a:lnTo>
                </a:path>
                <a:path extrusionOk="0" h="2670175" w="10079990">
                  <a:moveTo>
                    <a:pt x="752219" y="2670048"/>
                  </a:moveTo>
                  <a:lnTo>
                    <a:pt x="858899" y="2670048"/>
                  </a:lnTo>
                </a:path>
                <a:path extrusionOk="0" h="2670175" w="10079990">
                  <a:moveTo>
                    <a:pt x="7607171" y="2670048"/>
                  </a:moveTo>
                  <a:lnTo>
                    <a:pt x="7713851" y="2670048"/>
                  </a:lnTo>
                </a:path>
                <a:path extrusionOk="0" h="2670175" w="10079990">
                  <a:moveTo>
                    <a:pt x="2163443" y="2670048"/>
                  </a:moveTo>
                  <a:lnTo>
                    <a:pt x="2270123" y="2670048"/>
                  </a:lnTo>
                </a:path>
                <a:path extrusionOk="0" h="2670175" w="10079990">
                  <a:moveTo>
                    <a:pt x="2971163" y="2670048"/>
                  </a:moveTo>
                  <a:lnTo>
                    <a:pt x="3077843" y="2670048"/>
                  </a:lnTo>
                </a:path>
                <a:path extrusionOk="0" h="2670175" w="10079990">
                  <a:moveTo>
                    <a:pt x="148715" y="2670048"/>
                  </a:moveTo>
                  <a:lnTo>
                    <a:pt x="255395" y="2670048"/>
                  </a:lnTo>
                </a:path>
                <a:path extrusionOk="0" h="2670175" w="10079990">
                  <a:moveTo>
                    <a:pt x="8414891" y="2670048"/>
                  </a:moveTo>
                  <a:lnTo>
                    <a:pt x="8521571" y="2670048"/>
                  </a:lnTo>
                </a:path>
                <a:path extrusionOk="0" h="2670175" w="10079990">
                  <a:moveTo>
                    <a:pt x="5388227" y="2670048"/>
                  </a:moveTo>
                  <a:lnTo>
                    <a:pt x="5494907" y="2670048"/>
                  </a:lnTo>
                </a:path>
                <a:path extrusionOk="0" h="2670175" w="10079990">
                  <a:moveTo>
                    <a:pt x="2364611" y="2670048"/>
                  </a:moveTo>
                  <a:lnTo>
                    <a:pt x="2471291" y="2670048"/>
                  </a:lnTo>
                </a:path>
                <a:path extrusionOk="0" h="2670175" w="10079990">
                  <a:moveTo>
                    <a:pt x="7204835" y="2670048"/>
                  </a:moveTo>
                  <a:lnTo>
                    <a:pt x="7311515" y="2670048"/>
                  </a:lnTo>
                </a:path>
                <a:path extrusionOk="0" h="2670175" w="10079990">
                  <a:moveTo>
                    <a:pt x="1559939" y="2670048"/>
                  </a:moveTo>
                  <a:lnTo>
                    <a:pt x="1666619" y="2670048"/>
                  </a:lnTo>
                </a:path>
                <a:path extrusionOk="0" h="2670175" w="10079990">
                  <a:moveTo>
                    <a:pt x="4181219" y="2670048"/>
                  </a:moveTo>
                  <a:lnTo>
                    <a:pt x="4287899" y="2670048"/>
                  </a:lnTo>
                </a:path>
                <a:path extrusionOk="0" h="2670175" w="10079990">
                  <a:moveTo>
                    <a:pt x="551051" y="2670048"/>
                  </a:moveTo>
                  <a:lnTo>
                    <a:pt x="657731" y="2670048"/>
                  </a:lnTo>
                </a:path>
                <a:path extrusionOk="0" h="2670175" w="10079990">
                  <a:moveTo>
                    <a:pt x="7808339" y="2670048"/>
                  </a:moveTo>
                  <a:lnTo>
                    <a:pt x="7915019" y="2670048"/>
                  </a:lnTo>
                </a:path>
                <a:path extrusionOk="0" h="2670175" w="10079990">
                  <a:moveTo>
                    <a:pt x="6598283" y="2670048"/>
                  </a:moveTo>
                  <a:lnTo>
                    <a:pt x="6704963" y="2670048"/>
                  </a:lnTo>
                </a:path>
                <a:path extrusionOk="0" h="2670175" w="10079990">
                  <a:moveTo>
                    <a:pt x="6799451" y="2670048"/>
                  </a:moveTo>
                  <a:lnTo>
                    <a:pt x="6906131" y="2670048"/>
                  </a:lnTo>
                </a:path>
                <a:path extrusionOk="0" h="2670175" w="10079990">
                  <a:moveTo>
                    <a:pt x="0" y="2289048"/>
                  </a:moveTo>
                  <a:lnTo>
                    <a:pt x="54227" y="2289048"/>
                  </a:lnTo>
                </a:path>
                <a:path extrusionOk="0" h="2670175" w="10079990">
                  <a:moveTo>
                    <a:pt x="1559939" y="2289048"/>
                  </a:moveTo>
                  <a:lnTo>
                    <a:pt x="1666619" y="2289048"/>
                  </a:lnTo>
                </a:path>
                <a:path extrusionOk="0" h="2670175" w="10079990">
                  <a:moveTo>
                    <a:pt x="7003667" y="2289048"/>
                  </a:moveTo>
                  <a:lnTo>
                    <a:pt x="7110347" y="2289048"/>
                  </a:lnTo>
                </a:path>
                <a:path extrusionOk="0" h="2670175" w="10079990">
                  <a:moveTo>
                    <a:pt x="2769995" y="2289048"/>
                  </a:moveTo>
                  <a:lnTo>
                    <a:pt x="2876675" y="2289048"/>
                  </a:lnTo>
                </a:path>
                <a:path extrusionOk="0" h="2670175" w="10079990">
                  <a:moveTo>
                    <a:pt x="5187059" y="2289048"/>
                  </a:moveTo>
                  <a:lnTo>
                    <a:pt x="5293739" y="2289048"/>
                  </a:lnTo>
                </a:path>
                <a:path extrusionOk="0" h="2670175" w="10079990">
                  <a:moveTo>
                    <a:pt x="5592443" y="2289048"/>
                  </a:moveTo>
                  <a:lnTo>
                    <a:pt x="5699123" y="2289048"/>
                  </a:lnTo>
                </a:path>
                <a:path extrusionOk="0" h="2670175" w="10079990">
                  <a:moveTo>
                    <a:pt x="6397115" y="2289048"/>
                  </a:moveTo>
                  <a:lnTo>
                    <a:pt x="6503795" y="2289048"/>
                  </a:lnTo>
                </a:path>
                <a:path extrusionOk="0" h="2670175" w="10079990">
                  <a:moveTo>
                    <a:pt x="4583555" y="2289048"/>
                  </a:moveTo>
                  <a:lnTo>
                    <a:pt x="4690235" y="2289048"/>
                  </a:lnTo>
                </a:path>
                <a:path extrusionOk="0" h="2670175" w="10079990">
                  <a:moveTo>
                    <a:pt x="4985891" y="2289048"/>
                  </a:moveTo>
                  <a:lnTo>
                    <a:pt x="5092571" y="2289048"/>
                  </a:lnTo>
                </a:path>
                <a:path extrusionOk="0" h="2670175" w="10079990">
                  <a:moveTo>
                    <a:pt x="5994779" y="2289048"/>
                  </a:moveTo>
                  <a:lnTo>
                    <a:pt x="6101459" y="2289048"/>
                  </a:lnTo>
                </a:path>
                <a:path extrusionOk="0" h="2670175" w="10079990">
                  <a:moveTo>
                    <a:pt x="7607171" y="2289048"/>
                  </a:moveTo>
                  <a:lnTo>
                    <a:pt x="7713851" y="2289048"/>
                  </a:lnTo>
                </a:path>
                <a:path extrusionOk="0" h="2670175" w="10079990">
                  <a:moveTo>
                    <a:pt x="7204835" y="2289048"/>
                  </a:moveTo>
                  <a:lnTo>
                    <a:pt x="7311515" y="2289048"/>
                  </a:lnTo>
                </a:path>
                <a:path extrusionOk="0" h="2670175" w="10079990">
                  <a:moveTo>
                    <a:pt x="9621899" y="2289048"/>
                  </a:moveTo>
                  <a:lnTo>
                    <a:pt x="9728579" y="2289048"/>
                  </a:lnTo>
                </a:path>
                <a:path extrusionOk="0" h="2670175" w="10079990">
                  <a:moveTo>
                    <a:pt x="1157603" y="2289048"/>
                  </a:moveTo>
                  <a:lnTo>
                    <a:pt x="1264283" y="2289048"/>
                  </a:lnTo>
                </a:path>
                <a:path extrusionOk="0" h="2670175" w="10079990">
                  <a:moveTo>
                    <a:pt x="7808339" y="2289048"/>
                  </a:moveTo>
                  <a:lnTo>
                    <a:pt x="7915019" y="2289048"/>
                  </a:lnTo>
                </a:path>
                <a:path extrusionOk="0" h="2670175" w="10079990">
                  <a:moveTo>
                    <a:pt x="2971163" y="2289048"/>
                  </a:moveTo>
                  <a:lnTo>
                    <a:pt x="3077843" y="2289048"/>
                  </a:lnTo>
                </a:path>
                <a:path extrusionOk="0" h="2670175" w="10079990">
                  <a:moveTo>
                    <a:pt x="7406003" y="2289048"/>
                  </a:moveTo>
                  <a:lnTo>
                    <a:pt x="7512683" y="2289048"/>
                  </a:lnTo>
                </a:path>
                <a:path extrusionOk="0" h="2670175" w="10079990">
                  <a:moveTo>
                    <a:pt x="8817227" y="2289048"/>
                  </a:moveTo>
                  <a:lnTo>
                    <a:pt x="8923907" y="2289048"/>
                  </a:lnTo>
                </a:path>
                <a:path extrusionOk="0" h="2670175" w="10079990">
                  <a:moveTo>
                    <a:pt x="9219563" y="2289048"/>
                  </a:moveTo>
                  <a:lnTo>
                    <a:pt x="9326243" y="2289048"/>
                  </a:lnTo>
                </a:path>
                <a:path extrusionOk="0" h="2670175" w="10079990">
                  <a:moveTo>
                    <a:pt x="6195947" y="2289048"/>
                  </a:moveTo>
                  <a:lnTo>
                    <a:pt x="6302627" y="2289048"/>
                  </a:lnTo>
                </a:path>
                <a:path extrusionOk="0" h="2670175" w="10079990">
                  <a:moveTo>
                    <a:pt x="9018395" y="2289048"/>
                  </a:moveTo>
                  <a:lnTo>
                    <a:pt x="9125075" y="2289048"/>
                  </a:lnTo>
                </a:path>
                <a:path extrusionOk="0" h="2670175" w="10079990">
                  <a:moveTo>
                    <a:pt x="4382387" y="2289048"/>
                  </a:moveTo>
                  <a:lnTo>
                    <a:pt x="4489067" y="2289048"/>
                  </a:lnTo>
                </a:path>
                <a:path extrusionOk="0" h="2670175" w="10079990">
                  <a:moveTo>
                    <a:pt x="8009507" y="2289048"/>
                  </a:moveTo>
                  <a:lnTo>
                    <a:pt x="8116187" y="2289048"/>
                  </a:lnTo>
                </a:path>
                <a:path extrusionOk="0" h="2670175" w="10079990">
                  <a:moveTo>
                    <a:pt x="5793611" y="2289048"/>
                  </a:moveTo>
                  <a:lnTo>
                    <a:pt x="5900291" y="2289048"/>
                  </a:lnTo>
                </a:path>
                <a:path extrusionOk="0" h="2670175" w="10079990">
                  <a:moveTo>
                    <a:pt x="10027283" y="2289048"/>
                  </a:moveTo>
                  <a:lnTo>
                    <a:pt x="10079608" y="2289048"/>
                  </a:lnTo>
                </a:path>
                <a:path extrusionOk="0" h="2670175" w="10079990">
                  <a:moveTo>
                    <a:pt x="8616059" y="2289048"/>
                  </a:moveTo>
                  <a:lnTo>
                    <a:pt x="8722739" y="2289048"/>
                  </a:lnTo>
                </a:path>
                <a:path extrusionOk="0" h="2670175" w="10079990">
                  <a:moveTo>
                    <a:pt x="4181219" y="2289048"/>
                  </a:moveTo>
                  <a:lnTo>
                    <a:pt x="4287899" y="2289048"/>
                  </a:lnTo>
                </a:path>
                <a:path extrusionOk="0" h="2670175" w="10079990">
                  <a:moveTo>
                    <a:pt x="3172331" y="2289048"/>
                  </a:moveTo>
                  <a:lnTo>
                    <a:pt x="3279011" y="2289048"/>
                  </a:lnTo>
                </a:path>
                <a:path extrusionOk="0" h="2670175" w="10079990">
                  <a:moveTo>
                    <a:pt x="148715" y="2289048"/>
                  </a:moveTo>
                  <a:lnTo>
                    <a:pt x="255395" y="2289048"/>
                  </a:lnTo>
                </a:path>
                <a:path extrusionOk="0" h="2670175" w="10079990">
                  <a:moveTo>
                    <a:pt x="1761107" y="2289048"/>
                  </a:moveTo>
                  <a:lnTo>
                    <a:pt x="1867787" y="2289048"/>
                  </a:lnTo>
                </a:path>
                <a:path extrusionOk="0" h="2670175" w="10079990">
                  <a:moveTo>
                    <a:pt x="6598283" y="2289048"/>
                  </a:moveTo>
                  <a:lnTo>
                    <a:pt x="6704963" y="2289048"/>
                  </a:lnTo>
                </a:path>
                <a:path extrusionOk="0" h="2670175" w="10079990">
                  <a:moveTo>
                    <a:pt x="2568827" y="2289048"/>
                  </a:moveTo>
                  <a:lnTo>
                    <a:pt x="2672459" y="2289048"/>
                  </a:lnTo>
                </a:path>
                <a:path extrusionOk="0" h="2670175" w="10079990">
                  <a:moveTo>
                    <a:pt x="1962275" y="2289048"/>
                  </a:moveTo>
                  <a:lnTo>
                    <a:pt x="2068955" y="2289048"/>
                  </a:lnTo>
                </a:path>
                <a:path extrusionOk="0" h="2670175" w="10079990">
                  <a:moveTo>
                    <a:pt x="6799451" y="2289048"/>
                  </a:moveTo>
                  <a:lnTo>
                    <a:pt x="6906131" y="2289048"/>
                  </a:lnTo>
                </a:path>
                <a:path extrusionOk="0" h="2670175" w="10079990">
                  <a:moveTo>
                    <a:pt x="5388227" y="2289048"/>
                  </a:moveTo>
                  <a:lnTo>
                    <a:pt x="5494907" y="2289048"/>
                  </a:lnTo>
                </a:path>
                <a:path extrusionOk="0" h="2670175" w="10079990">
                  <a:moveTo>
                    <a:pt x="2163443" y="2289048"/>
                  </a:moveTo>
                  <a:lnTo>
                    <a:pt x="2270123" y="2289048"/>
                  </a:lnTo>
                </a:path>
                <a:path extrusionOk="0" h="2670175" w="10079990">
                  <a:moveTo>
                    <a:pt x="551051" y="2289048"/>
                  </a:moveTo>
                  <a:lnTo>
                    <a:pt x="657731" y="2289048"/>
                  </a:lnTo>
                </a:path>
                <a:path extrusionOk="0" h="2670175" w="10079990">
                  <a:moveTo>
                    <a:pt x="2364611" y="2289048"/>
                  </a:moveTo>
                  <a:lnTo>
                    <a:pt x="2471291" y="2289048"/>
                  </a:lnTo>
                </a:path>
                <a:path extrusionOk="0" h="2670175" w="10079990">
                  <a:moveTo>
                    <a:pt x="9420731" y="2289048"/>
                  </a:moveTo>
                  <a:lnTo>
                    <a:pt x="9527411" y="2289048"/>
                  </a:lnTo>
                </a:path>
                <a:path extrusionOk="0" h="2670175" w="10079990">
                  <a:moveTo>
                    <a:pt x="9826115" y="2289048"/>
                  </a:moveTo>
                  <a:lnTo>
                    <a:pt x="9929747" y="2289048"/>
                  </a:lnTo>
                </a:path>
                <a:path extrusionOk="0" h="2670175" w="10079990">
                  <a:moveTo>
                    <a:pt x="8414891" y="2289048"/>
                  </a:moveTo>
                  <a:lnTo>
                    <a:pt x="8521571" y="2289048"/>
                  </a:lnTo>
                </a:path>
                <a:path extrusionOk="0" h="2670175" w="10079990">
                  <a:moveTo>
                    <a:pt x="8210675" y="2289048"/>
                  </a:moveTo>
                  <a:lnTo>
                    <a:pt x="8317355" y="2289048"/>
                  </a:lnTo>
                </a:path>
                <a:path extrusionOk="0" h="2670175" w="10079990">
                  <a:moveTo>
                    <a:pt x="953387" y="2289048"/>
                  </a:moveTo>
                  <a:lnTo>
                    <a:pt x="1060067" y="2289048"/>
                  </a:lnTo>
                </a:path>
                <a:path extrusionOk="0" h="2670175" w="10079990">
                  <a:moveTo>
                    <a:pt x="3373499" y="2289048"/>
                  </a:moveTo>
                  <a:lnTo>
                    <a:pt x="3480179" y="2289048"/>
                  </a:lnTo>
                </a:path>
                <a:path extrusionOk="0" h="2670175" w="10079990">
                  <a:moveTo>
                    <a:pt x="3775835" y="2289048"/>
                  </a:moveTo>
                  <a:lnTo>
                    <a:pt x="3882515" y="2289048"/>
                  </a:lnTo>
                </a:path>
                <a:path extrusionOk="0" h="2670175" w="10079990">
                  <a:moveTo>
                    <a:pt x="3980051" y="2289048"/>
                  </a:moveTo>
                  <a:lnTo>
                    <a:pt x="4083683" y="2289048"/>
                  </a:lnTo>
                </a:path>
                <a:path extrusionOk="0" h="2670175" w="10079990">
                  <a:moveTo>
                    <a:pt x="752219" y="2289048"/>
                  </a:moveTo>
                  <a:lnTo>
                    <a:pt x="858899" y="2289048"/>
                  </a:lnTo>
                </a:path>
                <a:path extrusionOk="0" h="2670175" w="10079990">
                  <a:moveTo>
                    <a:pt x="4784723" y="2289048"/>
                  </a:moveTo>
                  <a:lnTo>
                    <a:pt x="4891403" y="2289048"/>
                  </a:lnTo>
                </a:path>
                <a:path extrusionOk="0" h="2670175" w="10079990">
                  <a:moveTo>
                    <a:pt x="349883" y="2289048"/>
                  </a:moveTo>
                  <a:lnTo>
                    <a:pt x="456563" y="2289048"/>
                  </a:lnTo>
                </a:path>
                <a:path extrusionOk="0" h="2670175" w="10079990">
                  <a:moveTo>
                    <a:pt x="3574667" y="2289048"/>
                  </a:moveTo>
                  <a:lnTo>
                    <a:pt x="3681347" y="2289048"/>
                  </a:lnTo>
                </a:path>
                <a:path extrusionOk="0" h="2670175" w="10079990">
                  <a:moveTo>
                    <a:pt x="1358771" y="2289048"/>
                  </a:moveTo>
                  <a:lnTo>
                    <a:pt x="1465451" y="2289048"/>
                  </a:lnTo>
                </a:path>
                <a:path extrusionOk="0" h="2670175" w="10079990">
                  <a:moveTo>
                    <a:pt x="4382387" y="1908048"/>
                  </a:moveTo>
                  <a:lnTo>
                    <a:pt x="4489067" y="1908048"/>
                  </a:lnTo>
                </a:path>
                <a:path extrusionOk="0" h="2670175" w="10079990">
                  <a:moveTo>
                    <a:pt x="953387" y="1908048"/>
                  </a:moveTo>
                  <a:lnTo>
                    <a:pt x="1060067" y="1908048"/>
                  </a:lnTo>
                </a:path>
                <a:path extrusionOk="0" h="2670175" w="10079990">
                  <a:moveTo>
                    <a:pt x="5592443" y="1908048"/>
                  </a:moveTo>
                  <a:lnTo>
                    <a:pt x="5699123" y="1908048"/>
                  </a:lnTo>
                </a:path>
                <a:path extrusionOk="0" h="2670175" w="10079990">
                  <a:moveTo>
                    <a:pt x="2568827" y="1908048"/>
                  </a:moveTo>
                  <a:lnTo>
                    <a:pt x="2672459" y="1908048"/>
                  </a:lnTo>
                </a:path>
                <a:path extrusionOk="0" h="2670175" w="10079990">
                  <a:moveTo>
                    <a:pt x="3980051" y="1908048"/>
                  </a:moveTo>
                  <a:lnTo>
                    <a:pt x="4083683" y="1908048"/>
                  </a:lnTo>
                </a:path>
                <a:path extrusionOk="0" h="2670175" w="10079990">
                  <a:moveTo>
                    <a:pt x="0" y="1908048"/>
                  </a:moveTo>
                  <a:lnTo>
                    <a:pt x="54227" y="1908048"/>
                  </a:lnTo>
                </a:path>
                <a:path extrusionOk="0" h="2670175" w="10079990">
                  <a:moveTo>
                    <a:pt x="1157603" y="1908048"/>
                  </a:moveTo>
                  <a:lnTo>
                    <a:pt x="1264283" y="1908048"/>
                  </a:lnTo>
                </a:path>
                <a:path extrusionOk="0" h="2670175" w="10079990">
                  <a:moveTo>
                    <a:pt x="9219563" y="1908048"/>
                  </a:moveTo>
                  <a:lnTo>
                    <a:pt x="10079608" y="1908048"/>
                  </a:lnTo>
                </a:path>
                <a:path extrusionOk="0" h="2670175" w="10079990">
                  <a:moveTo>
                    <a:pt x="1358771" y="1908048"/>
                  </a:moveTo>
                  <a:lnTo>
                    <a:pt x="1465451" y="1908048"/>
                  </a:lnTo>
                </a:path>
                <a:path extrusionOk="0" h="2670175" w="10079990">
                  <a:moveTo>
                    <a:pt x="2971163" y="1908048"/>
                  </a:moveTo>
                  <a:lnTo>
                    <a:pt x="3077843" y="1908048"/>
                  </a:lnTo>
                </a:path>
                <a:path extrusionOk="0" h="2670175" w="10079990">
                  <a:moveTo>
                    <a:pt x="6195947" y="1908048"/>
                  </a:moveTo>
                  <a:lnTo>
                    <a:pt x="6302627" y="1908048"/>
                  </a:lnTo>
                </a:path>
                <a:path extrusionOk="0" h="2670175" w="10079990">
                  <a:moveTo>
                    <a:pt x="4784723" y="1908048"/>
                  </a:moveTo>
                  <a:lnTo>
                    <a:pt x="4891403" y="1908048"/>
                  </a:lnTo>
                </a:path>
                <a:path extrusionOk="0" h="2670175" w="10079990">
                  <a:moveTo>
                    <a:pt x="752219" y="1908048"/>
                  </a:moveTo>
                  <a:lnTo>
                    <a:pt x="858899" y="1908048"/>
                  </a:lnTo>
                </a:path>
                <a:path extrusionOk="0" h="2670175" w="10079990">
                  <a:moveTo>
                    <a:pt x="2769995" y="1908048"/>
                  </a:moveTo>
                  <a:lnTo>
                    <a:pt x="2876675" y="1908048"/>
                  </a:lnTo>
                </a:path>
                <a:path extrusionOk="0" h="2670175" w="10079990">
                  <a:moveTo>
                    <a:pt x="8817227" y="1908048"/>
                  </a:moveTo>
                  <a:lnTo>
                    <a:pt x="8923907" y="1908048"/>
                  </a:lnTo>
                </a:path>
                <a:path extrusionOk="0" h="2670175" w="10079990">
                  <a:moveTo>
                    <a:pt x="4985891" y="1908048"/>
                  </a:moveTo>
                  <a:lnTo>
                    <a:pt x="5092571" y="1908048"/>
                  </a:lnTo>
                </a:path>
                <a:path extrusionOk="0" h="2670175" w="10079990">
                  <a:moveTo>
                    <a:pt x="8616059" y="1908048"/>
                  </a:moveTo>
                  <a:lnTo>
                    <a:pt x="8722739" y="1908048"/>
                  </a:lnTo>
                </a:path>
                <a:path extrusionOk="0" h="2670175" w="10079990">
                  <a:moveTo>
                    <a:pt x="1761107" y="1908048"/>
                  </a:moveTo>
                  <a:lnTo>
                    <a:pt x="2270123" y="1908048"/>
                  </a:lnTo>
                </a:path>
                <a:path extrusionOk="0" h="2670175" w="10079990">
                  <a:moveTo>
                    <a:pt x="3373499" y="1908048"/>
                  </a:moveTo>
                  <a:lnTo>
                    <a:pt x="3480179" y="1908048"/>
                  </a:lnTo>
                </a:path>
                <a:path extrusionOk="0" h="2670175" w="10079990">
                  <a:moveTo>
                    <a:pt x="6598283" y="1908048"/>
                  </a:moveTo>
                  <a:lnTo>
                    <a:pt x="7311515" y="1908048"/>
                  </a:lnTo>
                </a:path>
                <a:path extrusionOk="0" h="2670175" w="10079990">
                  <a:moveTo>
                    <a:pt x="5793611" y="1908048"/>
                  </a:moveTo>
                  <a:lnTo>
                    <a:pt x="5900291" y="1908048"/>
                  </a:lnTo>
                </a:path>
                <a:path extrusionOk="0" h="2670175" w="10079990">
                  <a:moveTo>
                    <a:pt x="3775835" y="1908048"/>
                  </a:moveTo>
                  <a:lnTo>
                    <a:pt x="3882515" y="1908048"/>
                  </a:lnTo>
                </a:path>
                <a:path extrusionOk="0" h="2670175" w="10079990">
                  <a:moveTo>
                    <a:pt x="7607171" y="1908048"/>
                  </a:moveTo>
                  <a:lnTo>
                    <a:pt x="7713851" y="1908048"/>
                  </a:lnTo>
                </a:path>
                <a:path extrusionOk="0" h="2670175" w="10079990">
                  <a:moveTo>
                    <a:pt x="8009507" y="1908048"/>
                  </a:moveTo>
                  <a:lnTo>
                    <a:pt x="8521571" y="1908048"/>
                  </a:lnTo>
                </a:path>
                <a:path extrusionOk="0" h="2670175" w="10079990">
                  <a:moveTo>
                    <a:pt x="1559939" y="1908048"/>
                  </a:moveTo>
                  <a:lnTo>
                    <a:pt x="1666619" y="1908048"/>
                  </a:lnTo>
                </a:path>
                <a:path extrusionOk="0" h="2670175" w="10079990">
                  <a:moveTo>
                    <a:pt x="148715" y="1908048"/>
                  </a:moveTo>
                  <a:lnTo>
                    <a:pt x="255395" y="1908048"/>
                  </a:lnTo>
                </a:path>
                <a:path extrusionOk="0" h="2670175" w="10079990">
                  <a:moveTo>
                    <a:pt x="3574667" y="1908048"/>
                  </a:moveTo>
                  <a:lnTo>
                    <a:pt x="3681347" y="1908048"/>
                  </a:lnTo>
                </a:path>
                <a:path extrusionOk="0" h="2670175" w="10079990">
                  <a:moveTo>
                    <a:pt x="7406003" y="1908048"/>
                  </a:moveTo>
                  <a:lnTo>
                    <a:pt x="7512683" y="1908048"/>
                  </a:lnTo>
                </a:path>
                <a:path extrusionOk="0" h="2670175" w="10079990">
                  <a:moveTo>
                    <a:pt x="3172331" y="1908048"/>
                  </a:moveTo>
                  <a:lnTo>
                    <a:pt x="3279011" y="1908048"/>
                  </a:lnTo>
                </a:path>
                <a:path extrusionOk="0" h="2670175" w="10079990">
                  <a:moveTo>
                    <a:pt x="6397115" y="1908048"/>
                  </a:moveTo>
                  <a:lnTo>
                    <a:pt x="6503795" y="1908048"/>
                  </a:lnTo>
                </a:path>
                <a:path extrusionOk="0" h="2670175" w="10079990">
                  <a:moveTo>
                    <a:pt x="5994779" y="1908048"/>
                  </a:moveTo>
                  <a:lnTo>
                    <a:pt x="6101459" y="1908048"/>
                  </a:lnTo>
                </a:path>
                <a:path extrusionOk="0" h="2670175" w="10079990">
                  <a:moveTo>
                    <a:pt x="2364611" y="1908048"/>
                  </a:moveTo>
                  <a:lnTo>
                    <a:pt x="2471291" y="1908048"/>
                  </a:lnTo>
                </a:path>
                <a:path extrusionOk="0" h="2670175" w="10079990">
                  <a:moveTo>
                    <a:pt x="551051" y="1908048"/>
                  </a:moveTo>
                  <a:lnTo>
                    <a:pt x="657731" y="1908048"/>
                  </a:lnTo>
                </a:path>
                <a:path extrusionOk="0" h="2670175" w="10079990">
                  <a:moveTo>
                    <a:pt x="5187059" y="1908048"/>
                  </a:moveTo>
                  <a:lnTo>
                    <a:pt x="5494907" y="1908048"/>
                  </a:lnTo>
                </a:path>
                <a:path extrusionOk="0" h="2670175" w="10079990">
                  <a:moveTo>
                    <a:pt x="4583555" y="1908048"/>
                  </a:moveTo>
                  <a:lnTo>
                    <a:pt x="4690235" y="1908048"/>
                  </a:lnTo>
                </a:path>
                <a:path extrusionOk="0" h="2670175" w="10079990">
                  <a:moveTo>
                    <a:pt x="349883" y="1908048"/>
                  </a:moveTo>
                  <a:lnTo>
                    <a:pt x="456563" y="1908048"/>
                  </a:lnTo>
                </a:path>
                <a:path extrusionOk="0" h="2670175" w="10079990">
                  <a:moveTo>
                    <a:pt x="9018395" y="1908048"/>
                  </a:moveTo>
                  <a:lnTo>
                    <a:pt x="9125075" y="1908048"/>
                  </a:lnTo>
                </a:path>
                <a:path extrusionOk="0" h="2670175" w="10079990">
                  <a:moveTo>
                    <a:pt x="7808339" y="1908048"/>
                  </a:moveTo>
                  <a:lnTo>
                    <a:pt x="7915019" y="1908048"/>
                  </a:lnTo>
                </a:path>
                <a:path extrusionOk="0" h="2670175" w="10079990">
                  <a:moveTo>
                    <a:pt x="4181219" y="1908048"/>
                  </a:moveTo>
                  <a:lnTo>
                    <a:pt x="4287899" y="1908048"/>
                  </a:lnTo>
                </a:path>
                <a:path extrusionOk="0" h="2670175" w="10079990">
                  <a:moveTo>
                    <a:pt x="4784723" y="1527048"/>
                  </a:moveTo>
                  <a:lnTo>
                    <a:pt x="5494907" y="1527048"/>
                  </a:lnTo>
                </a:path>
                <a:path extrusionOk="0" h="2670175" w="10079990">
                  <a:moveTo>
                    <a:pt x="4181219" y="1527048"/>
                  </a:moveTo>
                  <a:lnTo>
                    <a:pt x="4287899" y="1527048"/>
                  </a:lnTo>
                </a:path>
                <a:path extrusionOk="0" h="2670175" w="10079990">
                  <a:moveTo>
                    <a:pt x="2568827" y="1527048"/>
                  </a:moveTo>
                  <a:lnTo>
                    <a:pt x="2672459" y="1527048"/>
                  </a:lnTo>
                </a:path>
                <a:path extrusionOk="0" h="2670175" w="10079990">
                  <a:moveTo>
                    <a:pt x="5592443" y="1527048"/>
                  </a:moveTo>
                  <a:lnTo>
                    <a:pt x="5699123" y="1527048"/>
                  </a:lnTo>
                </a:path>
                <a:path extrusionOk="0" h="2670175" w="10079990">
                  <a:moveTo>
                    <a:pt x="2971163" y="1527048"/>
                  </a:moveTo>
                  <a:lnTo>
                    <a:pt x="4083683" y="1527048"/>
                  </a:lnTo>
                </a:path>
                <a:path extrusionOk="0" h="2670175" w="10079990">
                  <a:moveTo>
                    <a:pt x="6195947" y="1527048"/>
                  </a:moveTo>
                  <a:lnTo>
                    <a:pt x="7311515" y="1527048"/>
                  </a:lnTo>
                </a:path>
                <a:path extrusionOk="0" h="2670175" w="10079990">
                  <a:moveTo>
                    <a:pt x="7406003" y="1527048"/>
                  </a:moveTo>
                  <a:lnTo>
                    <a:pt x="8521571" y="1527048"/>
                  </a:lnTo>
                </a:path>
                <a:path extrusionOk="0" h="2670175" w="10079990">
                  <a:moveTo>
                    <a:pt x="551051" y="1527048"/>
                  </a:moveTo>
                  <a:lnTo>
                    <a:pt x="657731" y="1527048"/>
                  </a:lnTo>
                </a:path>
                <a:path extrusionOk="0" h="2670175" w="10079990">
                  <a:moveTo>
                    <a:pt x="0" y="1527048"/>
                  </a:moveTo>
                  <a:lnTo>
                    <a:pt x="54227" y="1527048"/>
                  </a:lnTo>
                </a:path>
                <a:path extrusionOk="0" h="2670175" w="10079990">
                  <a:moveTo>
                    <a:pt x="2769995" y="1527048"/>
                  </a:moveTo>
                  <a:lnTo>
                    <a:pt x="2876675" y="1527048"/>
                  </a:lnTo>
                </a:path>
                <a:path extrusionOk="0" h="2670175" w="10079990">
                  <a:moveTo>
                    <a:pt x="4583555" y="1527048"/>
                  </a:moveTo>
                  <a:lnTo>
                    <a:pt x="4690235" y="1527048"/>
                  </a:lnTo>
                </a:path>
                <a:path extrusionOk="0" h="2670175" w="10079990">
                  <a:moveTo>
                    <a:pt x="4382387" y="1527048"/>
                  </a:moveTo>
                  <a:lnTo>
                    <a:pt x="4489067" y="1527048"/>
                  </a:lnTo>
                </a:path>
                <a:path extrusionOk="0" h="2670175" w="10079990">
                  <a:moveTo>
                    <a:pt x="953387" y="1527048"/>
                  </a:moveTo>
                  <a:lnTo>
                    <a:pt x="2270123" y="1527048"/>
                  </a:lnTo>
                </a:path>
                <a:path extrusionOk="0" h="2670175" w="10079990">
                  <a:moveTo>
                    <a:pt x="8616059" y="1527048"/>
                  </a:moveTo>
                  <a:lnTo>
                    <a:pt x="10079608" y="1527048"/>
                  </a:lnTo>
                </a:path>
                <a:path extrusionOk="0" h="2670175" w="10079990">
                  <a:moveTo>
                    <a:pt x="752219" y="1527048"/>
                  </a:moveTo>
                  <a:lnTo>
                    <a:pt x="858899" y="1527048"/>
                  </a:lnTo>
                </a:path>
                <a:path extrusionOk="0" h="2670175" w="10079990">
                  <a:moveTo>
                    <a:pt x="148715" y="1527048"/>
                  </a:moveTo>
                  <a:lnTo>
                    <a:pt x="255395" y="1527048"/>
                  </a:lnTo>
                </a:path>
                <a:path extrusionOk="0" h="2670175" w="10079990">
                  <a:moveTo>
                    <a:pt x="349883" y="1527048"/>
                  </a:moveTo>
                  <a:lnTo>
                    <a:pt x="456563" y="1527048"/>
                  </a:lnTo>
                </a:path>
                <a:path extrusionOk="0" h="2670175" w="10079990">
                  <a:moveTo>
                    <a:pt x="2364611" y="1527048"/>
                  </a:moveTo>
                  <a:lnTo>
                    <a:pt x="2471291" y="1527048"/>
                  </a:lnTo>
                </a:path>
                <a:path extrusionOk="0" h="2670175" w="10079990">
                  <a:moveTo>
                    <a:pt x="5793611" y="1527048"/>
                  </a:moveTo>
                  <a:lnTo>
                    <a:pt x="5900291" y="1527048"/>
                  </a:lnTo>
                </a:path>
                <a:path extrusionOk="0" h="2670175" w="10079990">
                  <a:moveTo>
                    <a:pt x="5994779" y="1527048"/>
                  </a:moveTo>
                  <a:lnTo>
                    <a:pt x="6101459" y="1527048"/>
                  </a:lnTo>
                </a:path>
                <a:path extrusionOk="0" h="2670175" w="10079990">
                  <a:moveTo>
                    <a:pt x="0" y="1143000"/>
                  </a:moveTo>
                  <a:lnTo>
                    <a:pt x="54227" y="1143000"/>
                  </a:lnTo>
                </a:path>
                <a:path extrusionOk="0" h="2670175" w="10079990">
                  <a:moveTo>
                    <a:pt x="148715" y="1143000"/>
                  </a:moveTo>
                  <a:lnTo>
                    <a:pt x="255395" y="1143000"/>
                  </a:lnTo>
                </a:path>
                <a:path extrusionOk="0" h="2670175" w="10079990">
                  <a:moveTo>
                    <a:pt x="551051" y="1143000"/>
                  </a:moveTo>
                  <a:lnTo>
                    <a:pt x="2270123" y="1143000"/>
                  </a:lnTo>
                </a:path>
                <a:path extrusionOk="0" h="2670175" w="10079990">
                  <a:moveTo>
                    <a:pt x="2364611" y="1143000"/>
                  </a:moveTo>
                  <a:lnTo>
                    <a:pt x="2471291" y="1143000"/>
                  </a:lnTo>
                </a:path>
                <a:path extrusionOk="0" h="2670175" w="10079990">
                  <a:moveTo>
                    <a:pt x="4382387" y="1143000"/>
                  </a:moveTo>
                  <a:lnTo>
                    <a:pt x="4489067" y="1143000"/>
                  </a:lnTo>
                </a:path>
                <a:path extrusionOk="0" h="2670175" w="10079990">
                  <a:moveTo>
                    <a:pt x="5592443" y="1143000"/>
                  </a:moveTo>
                  <a:lnTo>
                    <a:pt x="7311515" y="1143000"/>
                  </a:lnTo>
                </a:path>
                <a:path extrusionOk="0" h="2670175" w="10079990">
                  <a:moveTo>
                    <a:pt x="2568827" y="1143000"/>
                  </a:moveTo>
                  <a:lnTo>
                    <a:pt x="4083683" y="1143000"/>
                  </a:lnTo>
                </a:path>
                <a:path extrusionOk="0" h="2670175" w="10079990">
                  <a:moveTo>
                    <a:pt x="349883" y="1143000"/>
                  </a:moveTo>
                  <a:lnTo>
                    <a:pt x="456563" y="1143000"/>
                  </a:lnTo>
                </a:path>
                <a:path extrusionOk="0" h="2670175" w="10079990">
                  <a:moveTo>
                    <a:pt x="4583555" y="1143000"/>
                  </a:moveTo>
                  <a:lnTo>
                    <a:pt x="5494907" y="1143000"/>
                  </a:lnTo>
                </a:path>
                <a:path extrusionOk="0" h="2670175" w="10079990">
                  <a:moveTo>
                    <a:pt x="7406003" y="1143000"/>
                  </a:moveTo>
                  <a:lnTo>
                    <a:pt x="10079608" y="1143000"/>
                  </a:lnTo>
                </a:path>
                <a:path extrusionOk="0" h="2670175" w="10079990">
                  <a:moveTo>
                    <a:pt x="4181219" y="1143000"/>
                  </a:moveTo>
                  <a:lnTo>
                    <a:pt x="4287899" y="1143000"/>
                  </a:lnTo>
                </a:path>
                <a:path extrusionOk="0" h="2670175" w="10079990">
                  <a:moveTo>
                    <a:pt x="148715" y="762000"/>
                  </a:moveTo>
                  <a:lnTo>
                    <a:pt x="4083683" y="762000"/>
                  </a:lnTo>
                </a:path>
                <a:path extrusionOk="0" h="2670175" w="10079990">
                  <a:moveTo>
                    <a:pt x="0" y="762000"/>
                  </a:moveTo>
                  <a:lnTo>
                    <a:pt x="54227" y="762000"/>
                  </a:lnTo>
                </a:path>
                <a:path extrusionOk="0" h="2670175" w="10079990">
                  <a:moveTo>
                    <a:pt x="4382387" y="762000"/>
                  </a:moveTo>
                  <a:lnTo>
                    <a:pt x="5494907" y="762000"/>
                  </a:lnTo>
                </a:path>
                <a:path extrusionOk="0" h="2670175" w="10079990">
                  <a:moveTo>
                    <a:pt x="4181219" y="762000"/>
                  </a:moveTo>
                  <a:lnTo>
                    <a:pt x="4287899" y="762000"/>
                  </a:lnTo>
                </a:path>
                <a:path extrusionOk="0" h="2670175" w="10079990">
                  <a:moveTo>
                    <a:pt x="7406003" y="762000"/>
                  </a:moveTo>
                  <a:lnTo>
                    <a:pt x="10079608" y="762000"/>
                  </a:lnTo>
                </a:path>
                <a:path extrusionOk="0" h="2670175" w="10079990">
                  <a:moveTo>
                    <a:pt x="5592443" y="762000"/>
                  </a:moveTo>
                  <a:lnTo>
                    <a:pt x="7311515" y="762000"/>
                  </a:lnTo>
                </a:path>
                <a:path extrusionOk="0" h="2670175" w="10079990">
                  <a:moveTo>
                    <a:pt x="4181219" y="381000"/>
                  </a:moveTo>
                  <a:lnTo>
                    <a:pt x="5494907" y="381000"/>
                  </a:lnTo>
                </a:path>
                <a:path extrusionOk="0" h="2670175" w="10079990">
                  <a:moveTo>
                    <a:pt x="148715" y="381000"/>
                  </a:moveTo>
                  <a:lnTo>
                    <a:pt x="4083683" y="381000"/>
                  </a:lnTo>
                </a:path>
                <a:path extrusionOk="0" h="2670175" w="10079990">
                  <a:moveTo>
                    <a:pt x="5592443" y="381000"/>
                  </a:moveTo>
                  <a:lnTo>
                    <a:pt x="10079608" y="381000"/>
                  </a:lnTo>
                </a:path>
                <a:path extrusionOk="0" h="2670175" w="10079990">
                  <a:moveTo>
                    <a:pt x="0" y="381000"/>
                  </a:moveTo>
                  <a:lnTo>
                    <a:pt x="54227" y="381000"/>
                  </a:lnTo>
                </a:path>
                <a:path extrusionOk="0" h="2670175" w="10079990">
                  <a:moveTo>
                    <a:pt x="0" y="0"/>
                  </a:moveTo>
                  <a:lnTo>
                    <a:pt x="5494907" y="0"/>
                  </a:lnTo>
                </a:path>
                <a:path extrusionOk="0" h="2670175" w="10079990">
                  <a:moveTo>
                    <a:pt x="5592443" y="0"/>
                  </a:moveTo>
                  <a:lnTo>
                    <a:pt x="10079608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1417320" y="2249423"/>
              <a:ext cx="9973310" cy="3168015"/>
            </a:xfrm>
            <a:custGeom>
              <a:rect b="b" l="l" r="r" t="t"/>
              <a:pathLst>
                <a:path extrusionOk="0" h="3168015" w="9973310">
                  <a:moveTo>
                    <a:pt x="94488" y="463296"/>
                  </a:moveTo>
                  <a:lnTo>
                    <a:pt x="0" y="463296"/>
                  </a:lnTo>
                  <a:lnTo>
                    <a:pt x="0" y="3167570"/>
                  </a:lnTo>
                  <a:lnTo>
                    <a:pt x="94488" y="3167570"/>
                  </a:lnTo>
                  <a:lnTo>
                    <a:pt x="94488" y="463296"/>
                  </a:lnTo>
                  <a:close/>
                </a:path>
                <a:path extrusionOk="0" h="3168015" w="9973310">
                  <a:moveTo>
                    <a:pt x="295656" y="1106424"/>
                  </a:moveTo>
                  <a:lnTo>
                    <a:pt x="201168" y="1106424"/>
                  </a:lnTo>
                  <a:lnTo>
                    <a:pt x="201168" y="3167570"/>
                  </a:lnTo>
                  <a:lnTo>
                    <a:pt x="295656" y="3167570"/>
                  </a:lnTo>
                  <a:lnTo>
                    <a:pt x="295656" y="1106424"/>
                  </a:lnTo>
                  <a:close/>
                </a:path>
                <a:path extrusionOk="0" h="3168015" w="9973310">
                  <a:moveTo>
                    <a:pt x="496824" y="1240536"/>
                  </a:moveTo>
                  <a:lnTo>
                    <a:pt x="402336" y="1240536"/>
                  </a:lnTo>
                  <a:lnTo>
                    <a:pt x="402336" y="3167570"/>
                  </a:lnTo>
                  <a:lnTo>
                    <a:pt x="496824" y="3167570"/>
                  </a:lnTo>
                  <a:lnTo>
                    <a:pt x="496824" y="1240536"/>
                  </a:lnTo>
                  <a:close/>
                </a:path>
                <a:path extrusionOk="0" h="3168015" w="9973310">
                  <a:moveTo>
                    <a:pt x="697992" y="1411224"/>
                  </a:moveTo>
                  <a:lnTo>
                    <a:pt x="603504" y="1411224"/>
                  </a:lnTo>
                  <a:lnTo>
                    <a:pt x="603504" y="3167570"/>
                  </a:lnTo>
                  <a:lnTo>
                    <a:pt x="697992" y="3167570"/>
                  </a:lnTo>
                  <a:lnTo>
                    <a:pt x="697992" y="1411224"/>
                  </a:lnTo>
                  <a:close/>
                </a:path>
                <a:path extrusionOk="0" h="3168015" w="9973310">
                  <a:moveTo>
                    <a:pt x="899160" y="1624584"/>
                  </a:moveTo>
                  <a:lnTo>
                    <a:pt x="804672" y="1624584"/>
                  </a:lnTo>
                  <a:lnTo>
                    <a:pt x="804672" y="3167570"/>
                  </a:lnTo>
                  <a:lnTo>
                    <a:pt x="899160" y="3167570"/>
                  </a:lnTo>
                  <a:lnTo>
                    <a:pt x="899160" y="1624584"/>
                  </a:lnTo>
                  <a:close/>
                </a:path>
                <a:path extrusionOk="0" h="3168015" w="9973310">
                  <a:moveTo>
                    <a:pt x="1103376" y="1789176"/>
                  </a:moveTo>
                  <a:lnTo>
                    <a:pt x="1005840" y="1789176"/>
                  </a:lnTo>
                  <a:lnTo>
                    <a:pt x="1005840" y="3167570"/>
                  </a:lnTo>
                  <a:lnTo>
                    <a:pt x="1103376" y="3167570"/>
                  </a:lnTo>
                  <a:lnTo>
                    <a:pt x="1103376" y="1789176"/>
                  </a:lnTo>
                  <a:close/>
                </a:path>
                <a:path extrusionOk="0" h="3168015" w="9973310">
                  <a:moveTo>
                    <a:pt x="1304544" y="1880616"/>
                  </a:moveTo>
                  <a:lnTo>
                    <a:pt x="1210056" y="1880616"/>
                  </a:lnTo>
                  <a:lnTo>
                    <a:pt x="1210056" y="3167570"/>
                  </a:lnTo>
                  <a:lnTo>
                    <a:pt x="1304544" y="3167570"/>
                  </a:lnTo>
                  <a:lnTo>
                    <a:pt x="1304544" y="1880616"/>
                  </a:lnTo>
                  <a:close/>
                </a:path>
                <a:path extrusionOk="0" h="3168015" w="9973310">
                  <a:moveTo>
                    <a:pt x="1505712" y="1905000"/>
                  </a:moveTo>
                  <a:lnTo>
                    <a:pt x="1411224" y="1905000"/>
                  </a:lnTo>
                  <a:lnTo>
                    <a:pt x="1411224" y="3167570"/>
                  </a:lnTo>
                  <a:lnTo>
                    <a:pt x="1505712" y="3167570"/>
                  </a:lnTo>
                  <a:lnTo>
                    <a:pt x="1505712" y="1905000"/>
                  </a:lnTo>
                  <a:close/>
                </a:path>
                <a:path extrusionOk="0" h="3168015" w="9973310">
                  <a:moveTo>
                    <a:pt x="1706880" y="1965960"/>
                  </a:moveTo>
                  <a:lnTo>
                    <a:pt x="1612392" y="1965960"/>
                  </a:lnTo>
                  <a:lnTo>
                    <a:pt x="1612392" y="3167570"/>
                  </a:lnTo>
                  <a:lnTo>
                    <a:pt x="1706880" y="3167570"/>
                  </a:lnTo>
                  <a:lnTo>
                    <a:pt x="1706880" y="1965960"/>
                  </a:lnTo>
                  <a:close/>
                </a:path>
                <a:path extrusionOk="0" h="3168015" w="9973310">
                  <a:moveTo>
                    <a:pt x="1908035" y="2154936"/>
                  </a:moveTo>
                  <a:lnTo>
                    <a:pt x="1813560" y="2154936"/>
                  </a:lnTo>
                  <a:lnTo>
                    <a:pt x="1813560" y="3167570"/>
                  </a:lnTo>
                  <a:lnTo>
                    <a:pt x="1908035" y="3167570"/>
                  </a:lnTo>
                  <a:lnTo>
                    <a:pt x="1908035" y="2154936"/>
                  </a:lnTo>
                  <a:close/>
                </a:path>
                <a:path extrusionOk="0" h="3168015" w="9973310">
                  <a:moveTo>
                    <a:pt x="2109216" y="2212848"/>
                  </a:moveTo>
                  <a:lnTo>
                    <a:pt x="2014728" y="2212848"/>
                  </a:lnTo>
                  <a:lnTo>
                    <a:pt x="2014728" y="3167570"/>
                  </a:lnTo>
                  <a:lnTo>
                    <a:pt x="2109216" y="3167570"/>
                  </a:lnTo>
                  <a:lnTo>
                    <a:pt x="2109216" y="2212848"/>
                  </a:lnTo>
                  <a:close/>
                </a:path>
                <a:path extrusionOk="0" h="3168015" w="9973310">
                  <a:moveTo>
                    <a:pt x="2310384" y="883920"/>
                  </a:moveTo>
                  <a:lnTo>
                    <a:pt x="2215896" y="883920"/>
                  </a:lnTo>
                  <a:lnTo>
                    <a:pt x="2215896" y="3167570"/>
                  </a:lnTo>
                  <a:lnTo>
                    <a:pt x="2310384" y="3167570"/>
                  </a:lnTo>
                  <a:lnTo>
                    <a:pt x="2310384" y="883920"/>
                  </a:lnTo>
                  <a:close/>
                </a:path>
                <a:path extrusionOk="0" h="3168015" w="9973310">
                  <a:moveTo>
                    <a:pt x="2514600" y="1011936"/>
                  </a:moveTo>
                  <a:lnTo>
                    <a:pt x="2417064" y="1011936"/>
                  </a:lnTo>
                  <a:lnTo>
                    <a:pt x="2417064" y="3167570"/>
                  </a:lnTo>
                  <a:lnTo>
                    <a:pt x="2514600" y="3167570"/>
                  </a:lnTo>
                  <a:lnTo>
                    <a:pt x="2514600" y="1011936"/>
                  </a:lnTo>
                  <a:close/>
                </a:path>
                <a:path extrusionOk="0" h="3168015" w="9973310">
                  <a:moveTo>
                    <a:pt x="2715768" y="1331976"/>
                  </a:moveTo>
                  <a:lnTo>
                    <a:pt x="2618232" y="1331976"/>
                  </a:lnTo>
                  <a:lnTo>
                    <a:pt x="2618232" y="3167570"/>
                  </a:lnTo>
                  <a:lnTo>
                    <a:pt x="2715768" y="3167570"/>
                  </a:lnTo>
                  <a:lnTo>
                    <a:pt x="2715768" y="1331976"/>
                  </a:lnTo>
                  <a:close/>
                </a:path>
                <a:path extrusionOk="0" h="3168015" w="9973310">
                  <a:moveTo>
                    <a:pt x="2916936" y="1368552"/>
                  </a:moveTo>
                  <a:lnTo>
                    <a:pt x="2822448" y="1368552"/>
                  </a:lnTo>
                  <a:lnTo>
                    <a:pt x="2822448" y="3167570"/>
                  </a:lnTo>
                  <a:lnTo>
                    <a:pt x="2916936" y="3167570"/>
                  </a:lnTo>
                  <a:lnTo>
                    <a:pt x="2916936" y="1368552"/>
                  </a:lnTo>
                  <a:close/>
                </a:path>
                <a:path extrusionOk="0" h="3168015" w="9973310">
                  <a:moveTo>
                    <a:pt x="3118104" y="1706880"/>
                  </a:moveTo>
                  <a:lnTo>
                    <a:pt x="3023616" y="1706880"/>
                  </a:lnTo>
                  <a:lnTo>
                    <a:pt x="3023616" y="3167570"/>
                  </a:lnTo>
                  <a:lnTo>
                    <a:pt x="3118104" y="3167570"/>
                  </a:lnTo>
                  <a:lnTo>
                    <a:pt x="3118104" y="1706880"/>
                  </a:lnTo>
                  <a:close/>
                </a:path>
                <a:path extrusionOk="0" h="3168015" w="9973310">
                  <a:moveTo>
                    <a:pt x="3319272" y="1709928"/>
                  </a:moveTo>
                  <a:lnTo>
                    <a:pt x="3224784" y="1709928"/>
                  </a:lnTo>
                  <a:lnTo>
                    <a:pt x="3224784" y="3167570"/>
                  </a:lnTo>
                  <a:lnTo>
                    <a:pt x="3319272" y="3167570"/>
                  </a:lnTo>
                  <a:lnTo>
                    <a:pt x="3319272" y="1709928"/>
                  </a:lnTo>
                  <a:close/>
                </a:path>
                <a:path extrusionOk="0" h="3168015" w="9973310">
                  <a:moveTo>
                    <a:pt x="3520440" y="1831848"/>
                  </a:moveTo>
                  <a:lnTo>
                    <a:pt x="3425952" y="1831848"/>
                  </a:lnTo>
                  <a:lnTo>
                    <a:pt x="3425952" y="3167570"/>
                  </a:lnTo>
                  <a:lnTo>
                    <a:pt x="3520440" y="3167570"/>
                  </a:lnTo>
                  <a:lnTo>
                    <a:pt x="3520440" y="1831848"/>
                  </a:lnTo>
                  <a:close/>
                </a:path>
                <a:path extrusionOk="0" h="3168015" w="9973310">
                  <a:moveTo>
                    <a:pt x="3721608" y="1844040"/>
                  </a:moveTo>
                  <a:lnTo>
                    <a:pt x="3627120" y="1844040"/>
                  </a:lnTo>
                  <a:lnTo>
                    <a:pt x="3627120" y="3167570"/>
                  </a:lnTo>
                  <a:lnTo>
                    <a:pt x="3721608" y="3167570"/>
                  </a:lnTo>
                  <a:lnTo>
                    <a:pt x="3721608" y="1844040"/>
                  </a:lnTo>
                  <a:close/>
                </a:path>
                <a:path extrusionOk="0" h="3168015" w="9973310">
                  <a:moveTo>
                    <a:pt x="3925824" y="1929384"/>
                  </a:moveTo>
                  <a:lnTo>
                    <a:pt x="3828288" y="1929384"/>
                  </a:lnTo>
                  <a:lnTo>
                    <a:pt x="3828288" y="3167570"/>
                  </a:lnTo>
                  <a:lnTo>
                    <a:pt x="3925824" y="3167570"/>
                  </a:lnTo>
                  <a:lnTo>
                    <a:pt x="3925824" y="1929384"/>
                  </a:lnTo>
                  <a:close/>
                </a:path>
                <a:path extrusionOk="0" h="3168015" w="9973310">
                  <a:moveTo>
                    <a:pt x="4126992" y="402336"/>
                  </a:moveTo>
                  <a:lnTo>
                    <a:pt x="4029456" y="402336"/>
                  </a:lnTo>
                  <a:lnTo>
                    <a:pt x="4029456" y="3167570"/>
                  </a:lnTo>
                  <a:lnTo>
                    <a:pt x="4126992" y="3167570"/>
                  </a:lnTo>
                  <a:lnTo>
                    <a:pt x="4126992" y="402336"/>
                  </a:lnTo>
                  <a:close/>
                </a:path>
                <a:path extrusionOk="0" h="3168015" w="9973310">
                  <a:moveTo>
                    <a:pt x="4328160" y="780288"/>
                  </a:moveTo>
                  <a:lnTo>
                    <a:pt x="4233672" y="780288"/>
                  </a:lnTo>
                  <a:lnTo>
                    <a:pt x="4233672" y="3167570"/>
                  </a:lnTo>
                  <a:lnTo>
                    <a:pt x="4328160" y="3167570"/>
                  </a:lnTo>
                  <a:lnTo>
                    <a:pt x="4328160" y="780288"/>
                  </a:lnTo>
                  <a:close/>
                </a:path>
                <a:path extrusionOk="0" h="3168015" w="9973310">
                  <a:moveTo>
                    <a:pt x="4529328" y="1249680"/>
                  </a:moveTo>
                  <a:lnTo>
                    <a:pt x="4434840" y="1249680"/>
                  </a:lnTo>
                  <a:lnTo>
                    <a:pt x="4434840" y="3167570"/>
                  </a:lnTo>
                  <a:lnTo>
                    <a:pt x="4529328" y="3167570"/>
                  </a:lnTo>
                  <a:lnTo>
                    <a:pt x="4529328" y="1249680"/>
                  </a:lnTo>
                  <a:close/>
                </a:path>
                <a:path extrusionOk="0" h="3168015" w="9973310">
                  <a:moveTo>
                    <a:pt x="4730496" y="1258824"/>
                  </a:moveTo>
                  <a:lnTo>
                    <a:pt x="4636008" y="1258824"/>
                  </a:lnTo>
                  <a:lnTo>
                    <a:pt x="4636008" y="3167570"/>
                  </a:lnTo>
                  <a:lnTo>
                    <a:pt x="4730496" y="3167570"/>
                  </a:lnTo>
                  <a:lnTo>
                    <a:pt x="4730496" y="1258824"/>
                  </a:lnTo>
                  <a:close/>
                </a:path>
                <a:path extrusionOk="0" h="3168015" w="9973310">
                  <a:moveTo>
                    <a:pt x="4931664" y="1645920"/>
                  </a:moveTo>
                  <a:lnTo>
                    <a:pt x="4837176" y="1645920"/>
                  </a:lnTo>
                  <a:lnTo>
                    <a:pt x="4837176" y="3167570"/>
                  </a:lnTo>
                  <a:lnTo>
                    <a:pt x="4931664" y="3167570"/>
                  </a:lnTo>
                  <a:lnTo>
                    <a:pt x="4931664" y="1645920"/>
                  </a:lnTo>
                  <a:close/>
                </a:path>
                <a:path extrusionOk="0" h="3168015" w="9973310">
                  <a:moveTo>
                    <a:pt x="5132832" y="1691640"/>
                  </a:moveTo>
                  <a:lnTo>
                    <a:pt x="5038344" y="1691640"/>
                  </a:lnTo>
                  <a:lnTo>
                    <a:pt x="5038344" y="3167570"/>
                  </a:lnTo>
                  <a:lnTo>
                    <a:pt x="5132832" y="3167570"/>
                  </a:lnTo>
                  <a:lnTo>
                    <a:pt x="5132832" y="1691640"/>
                  </a:lnTo>
                  <a:close/>
                </a:path>
                <a:path extrusionOk="0" h="3168015" w="9973310">
                  <a:moveTo>
                    <a:pt x="5334000" y="2240280"/>
                  </a:moveTo>
                  <a:lnTo>
                    <a:pt x="5239499" y="2240280"/>
                  </a:lnTo>
                  <a:lnTo>
                    <a:pt x="5239499" y="3167570"/>
                  </a:lnTo>
                  <a:lnTo>
                    <a:pt x="5334000" y="3167570"/>
                  </a:lnTo>
                  <a:lnTo>
                    <a:pt x="5334000" y="2240280"/>
                  </a:lnTo>
                  <a:close/>
                </a:path>
                <a:path extrusionOk="0" h="3168015" w="9973310">
                  <a:moveTo>
                    <a:pt x="5538216" y="0"/>
                  </a:moveTo>
                  <a:lnTo>
                    <a:pt x="5440680" y="0"/>
                  </a:lnTo>
                  <a:lnTo>
                    <a:pt x="5440680" y="3167570"/>
                  </a:lnTo>
                  <a:lnTo>
                    <a:pt x="5538216" y="3167570"/>
                  </a:lnTo>
                  <a:lnTo>
                    <a:pt x="5538216" y="0"/>
                  </a:lnTo>
                  <a:close/>
                </a:path>
                <a:path extrusionOk="0" h="3168015" w="9973310">
                  <a:moveTo>
                    <a:pt x="5739384" y="1280172"/>
                  </a:moveTo>
                  <a:lnTo>
                    <a:pt x="5644896" y="1280172"/>
                  </a:lnTo>
                  <a:lnTo>
                    <a:pt x="5644896" y="3167570"/>
                  </a:lnTo>
                  <a:lnTo>
                    <a:pt x="5739384" y="3167570"/>
                  </a:lnTo>
                  <a:lnTo>
                    <a:pt x="5739384" y="1280172"/>
                  </a:lnTo>
                  <a:close/>
                </a:path>
                <a:path extrusionOk="0" h="3168015" w="9973310">
                  <a:moveTo>
                    <a:pt x="5940552" y="1487424"/>
                  </a:moveTo>
                  <a:lnTo>
                    <a:pt x="5846064" y="1487424"/>
                  </a:lnTo>
                  <a:lnTo>
                    <a:pt x="5846064" y="3167570"/>
                  </a:lnTo>
                  <a:lnTo>
                    <a:pt x="5940552" y="3167570"/>
                  </a:lnTo>
                  <a:lnTo>
                    <a:pt x="5940552" y="1487424"/>
                  </a:lnTo>
                  <a:close/>
                </a:path>
                <a:path extrusionOk="0" h="3168015" w="9973310">
                  <a:moveTo>
                    <a:pt x="6141720" y="1533144"/>
                  </a:moveTo>
                  <a:lnTo>
                    <a:pt x="6047232" y="1533144"/>
                  </a:lnTo>
                  <a:lnTo>
                    <a:pt x="6047232" y="3167570"/>
                  </a:lnTo>
                  <a:lnTo>
                    <a:pt x="6141720" y="3167570"/>
                  </a:lnTo>
                  <a:lnTo>
                    <a:pt x="6141720" y="1533144"/>
                  </a:lnTo>
                  <a:close/>
                </a:path>
                <a:path extrusionOk="0" h="3168015" w="9973310">
                  <a:moveTo>
                    <a:pt x="6342888" y="1789176"/>
                  </a:moveTo>
                  <a:lnTo>
                    <a:pt x="6248400" y="1789176"/>
                  </a:lnTo>
                  <a:lnTo>
                    <a:pt x="6248400" y="3167570"/>
                  </a:lnTo>
                  <a:lnTo>
                    <a:pt x="6342888" y="3167570"/>
                  </a:lnTo>
                  <a:lnTo>
                    <a:pt x="6342888" y="1789176"/>
                  </a:lnTo>
                  <a:close/>
                </a:path>
                <a:path extrusionOk="0" h="3168015" w="9973310">
                  <a:moveTo>
                    <a:pt x="6544056" y="1996440"/>
                  </a:moveTo>
                  <a:lnTo>
                    <a:pt x="6449568" y="1996440"/>
                  </a:lnTo>
                  <a:lnTo>
                    <a:pt x="6449568" y="3167570"/>
                  </a:lnTo>
                  <a:lnTo>
                    <a:pt x="6544056" y="3167570"/>
                  </a:lnTo>
                  <a:lnTo>
                    <a:pt x="6544056" y="1996440"/>
                  </a:lnTo>
                  <a:close/>
                </a:path>
                <a:path extrusionOk="0" h="3168015" w="9973310">
                  <a:moveTo>
                    <a:pt x="6745224" y="2048256"/>
                  </a:moveTo>
                  <a:lnTo>
                    <a:pt x="6650736" y="2048256"/>
                  </a:lnTo>
                  <a:lnTo>
                    <a:pt x="6650736" y="3167570"/>
                  </a:lnTo>
                  <a:lnTo>
                    <a:pt x="6745224" y="3167570"/>
                  </a:lnTo>
                  <a:lnTo>
                    <a:pt x="6745224" y="2048256"/>
                  </a:lnTo>
                  <a:close/>
                </a:path>
                <a:path extrusionOk="0" h="3168015" w="9973310">
                  <a:moveTo>
                    <a:pt x="6949440" y="2112264"/>
                  </a:moveTo>
                  <a:lnTo>
                    <a:pt x="6851904" y="2112264"/>
                  </a:lnTo>
                  <a:lnTo>
                    <a:pt x="6851904" y="3167570"/>
                  </a:lnTo>
                  <a:lnTo>
                    <a:pt x="6949440" y="3167570"/>
                  </a:lnTo>
                  <a:lnTo>
                    <a:pt x="6949440" y="2112264"/>
                  </a:lnTo>
                  <a:close/>
                </a:path>
                <a:path extrusionOk="0" h="3168015" w="9973310">
                  <a:moveTo>
                    <a:pt x="7150608" y="2221992"/>
                  </a:moveTo>
                  <a:lnTo>
                    <a:pt x="7056120" y="2221992"/>
                  </a:lnTo>
                  <a:lnTo>
                    <a:pt x="7056120" y="3167570"/>
                  </a:lnTo>
                  <a:lnTo>
                    <a:pt x="7150608" y="3167570"/>
                  </a:lnTo>
                  <a:lnTo>
                    <a:pt x="7150608" y="2221992"/>
                  </a:lnTo>
                  <a:close/>
                </a:path>
                <a:path extrusionOk="0" h="3168015" w="9973310">
                  <a:moveTo>
                    <a:pt x="7351776" y="719328"/>
                  </a:moveTo>
                  <a:lnTo>
                    <a:pt x="7257288" y="719328"/>
                  </a:lnTo>
                  <a:lnTo>
                    <a:pt x="7257288" y="3167570"/>
                  </a:lnTo>
                  <a:lnTo>
                    <a:pt x="7351776" y="3167570"/>
                  </a:lnTo>
                  <a:lnTo>
                    <a:pt x="7351776" y="719328"/>
                  </a:lnTo>
                  <a:close/>
                </a:path>
                <a:path extrusionOk="0" h="3168015" w="9973310">
                  <a:moveTo>
                    <a:pt x="7552944" y="1786128"/>
                  </a:moveTo>
                  <a:lnTo>
                    <a:pt x="7458456" y="1786128"/>
                  </a:lnTo>
                  <a:lnTo>
                    <a:pt x="7458456" y="3167570"/>
                  </a:lnTo>
                  <a:lnTo>
                    <a:pt x="7552944" y="3167570"/>
                  </a:lnTo>
                  <a:lnTo>
                    <a:pt x="7552944" y="1786128"/>
                  </a:lnTo>
                  <a:close/>
                </a:path>
                <a:path extrusionOk="0" h="3168015" w="9973310">
                  <a:moveTo>
                    <a:pt x="7754112" y="1886712"/>
                  </a:moveTo>
                  <a:lnTo>
                    <a:pt x="7659624" y="1886712"/>
                  </a:lnTo>
                  <a:lnTo>
                    <a:pt x="7659624" y="3167570"/>
                  </a:lnTo>
                  <a:lnTo>
                    <a:pt x="7754112" y="3167570"/>
                  </a:lnTo>
                  <a:lnTo>
                    <a:pt x="7754112" y="1886712"/>
                  </a:lnTo>
                  <a:close/>
                </a:path>
                <a:path extrusionOk="0" h="3168015" w="9973310">
                  <a:moveTo>
                    <a:pt x="7955280" y="1941576"/>
                  </a:moveTo>
                  <a:lnTo>
                    <a:pt x="7860792" y="1941576"/>
                  </a:lnTo>
                  <a:lnTo>
                    <a:pt x="7860792" y="3167570"/>
                  </a:lnTo>
                  <a:lnTo>
                    <a:pt x="7955280" y="3167570"/>
                  </a:lnTo>
                  <a:lnTo>
                    <a:pt x="7955280" y="1941576"/>
                  </a:lnTo>
                  <a:close/>
                </a:path>
                <a:path extrusionOk="0" h="3168015" w="9973310">
                  <a:moveTo>
                    <a:pt x="8156448" y="2054352"/>
                  </a:moveTo>
                  <a:lnTo>
                    <a:pt x="8061960" y="2054352"/>
                  </a:lnTo>
                  <a:lnTo>
                    <a:pt x="8061960" y="3167570"/>
                  </a:lnTo>
                  <a:lnTo>
                    <a:pt x="8156448" y="3167570"/>
                  </a:lnTo>
                  <a:lnTo>
                    <a:pt x="8156448" y="2054352"/>
                  </a:lnTo>
                  <a:close/>
                </a:path>
                <a:path extrusionOk="0" h="3168015" w="9973310">
                  <a:moveTo>
                    <a:pt x="8360664" y="2340864"/>
                  </a:moveTo>
                  <a:lnTo>
                    <a:pt x="8263128" y="2340864"/>
                  </a:lnTo>
                  <a:lnTo>
                    <a:pt x="8263128" y="3167570"/>
                  </a:lnTo>
                  <a:lnTo>
                    <a:pt x="8360664" y="3167570"/>
                  </a:lnTo>
                  <a:lnTo>
                    <a:pt x="8360664" y="2340864"/>
                  </a:lnTo>
                  <a:close/>
                </a:path>
                <a:path extrusionOk="0" h="3168015" w="9973310">
                  <a:moveTo>
                    <a:pt x="8561832" y="1411224"/>
                  </a:moveTo>
                  <a:lnTo>
                    <a:pt x="8467344" y="1411224"/>
                  </a:lnTo>
                  <a:lnTo>
                    <a:pt x="8467344" y="3167570"/>
                  </a:lnTo>
                  <a:lnTo>
                    <a:pt x="8561832" y="3167570"/>
                  </a:lnTo>
                  <a:lnTo>
                    <a:pt x="8561832" y="1411224"/>
                  </a:lnTo>
                  <a:close/>
                </a:path>
                <a:path extrusionOk="0" h="3168015" w="9973310">
                  <a:moveTo>
                    <a:pt x="8763000" y="1722120"/>
                  </a:moveTo>
                  <a:lnTo>
                    <a:pt x="8668512" y="1722120"/>
                  </a:lnTo>
                  <a:lnTo>
                    <a:pt x="8668512" y="3167570"/>
                  </a:lnTo>
                  <a:lnTo>
                    <a:pt x="8763000" y="3167570"/>
                  </a:lnTo>
                  <a:lnTo>
                    <a:pt x="8763000" y="1722120"/>
                  </a:lnTo>
                  <a:close/>
                </a:path>
                <a:path extrusionOk="0" h="3168015" w="9973310">
                  <a:moveTo>
                    <a:pt x="8964168" y="1789176"/>
                  </a:moveTo>
                  <a:lnTo>
                    <a:pt x="8869680" y="1789176"/>
                  </a:lnTo>
                  <a:lnTo>
                    <a:pt x="8869680" y="3167570"/>
                  </a:lnTo>
                  <a:lnTo>
                    <a:pt x="8964168" y="3167570"/>
                  </a:lnTo>
                  <a:lnTo>
                    <a:pt x="8964168" y="1789176"/>
                  </a:lnTo>
                  <a:close/>
                </a:path>
                <a:path extrusionOk="0" h="3168015" w="9973310">
                  <a:moveTo>
                    <a:pt x="9165336" y="1792224"/>
                  </a:moveTo>
                  <a:lnTo>
                    <a:pt x="9070848" y="1792224"/>
                  </a:lnTo>
                  <a:lnTo>
                    <a:pt x="9070848" y="3167570"/>
                  </a:lnTo>
                  <a:lnTo>
                    <a:pt x="9165336" y="3167570"/>
                  </a:lnTo>
                  <a:lnTo>
                    <a:pt x="9165336" y="1792224"/>
                  </a:lnTo>
                  <a:close/>
                </a:path>
                <a:path extrusionOk="0" h="3168015" w="9973310">
                  <a:moveTo>
                    <a:pt x="9366504" y="2087880"/>
                  </a:moveTo>
                  <a:lnTo>
                    <a:pt x="9272016" y="2087880"/>
                  </a:lnTo>
                  <a:lnTo>
                    <a:pt x="9272016" y="3167570"/>
                  </a:lnTo>
                  <a:lnTo>
                    <a:pt x="9366504" y="3167570"/>
                  </a:lnTo>
                  <a:lnTo>
                    <a:pt x="9366504" y="2087880"/>
                  </a:lnTo>
                  <a:close/>
                </a:path>
                <a:path extrusionOk="0" h="3168015" w="9973310">
                  <a:moveTo>
                    <a:pt x="9567672" y="2136648"/>
                  </a:moveTo>
                  <a:lnTo>
                    <a:pt x="9473184" y="2136648"/>
                  </a:lnTo>
                  <a:lnTo>
                    <a:pt x="9473184" y="3167570"/>
                  </a:lnTo>
                  <a:lnTo>
                    <a:pt x="9567672" y="3167570"/>
                  </a:lnTo>
                  <a:lnTo>
                    <a:pt x="9567672" y="2136648"/>
                  </a:lnTo>
                  <a:close/>
                </a:path>
                <a:path extrusionOk="0" h="3168015" w="9973310">
                  <a:moveTo>
                    <a:pt x="9771888" y="2179320"/>
                  </a:moveTo>
                  <a:lnTo>
                    <a:pt x="9674352" y="2179320"/>
                  </a:lnTo>
                  <a:lnTo>
                    <a:pt x="9674352" y="3167570"/>
                  </a:lnTo>
                  <a:lnTo>
                    <a:pt x="9771888" y="3167570"/>
                  </a:lnTo>
                  <a:lnTo>
                    <a:pt x="9771888" y="2179320"/>
                  </a:lnTo>
                  <a:close/>
                </a:path>
                <a:path extrusionOk="0" h="3168015" w="9973310">
                  <a:moveTo>
                    <a:pt x="9973056" y="2392680"/>
                  </a:moveTo>
                  <a:lnTo>
                    <a:pt x="9875520" y="2392680"/>
                  </a:lnTo>
                  <a:lnTo>
                    <a:pt x="9875520" y="3167570"/>
                  </a:lnTo>
                  <a:lnTo>
                    <a:pt x="9973056" y="3167570"/>
                  </a:lnTo>
                  <a:lnTo>
                    <a:pt x="9973056" y="239268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1363092" y="5416994"/>
              <a:ext cx="10079990" cy="1092835"/>
            </a:xfrm>
            <a:custGeom>
              <a:rect b="b" l="l" r="r" t="t"/>
              <a:pathLst>
                <a:path extrusionOk="0" h="1092834" w="10079990">
                  <a:moveTo>
                    <a:pt x="0" y="0"/>
                  </a:moveTo>
                  <a:lnTo>
                    <a:pt x="10079608" y="1"/>
                  </a:lnTo>
                </a:path>
                <a:path extrusionOk="0" h="1092834" w="10079990">
                  <a:moveTo>
                    <a:pt x="0" y="0"/>
                  </a:moveTo>
                  <a:lnTo>
                    <a:pt x="0" y="1092562"/>
                  </a:lnTo>
                </a:path>
                <a:path extrusionOk="0" h="1092834" w="10079990">
                  <a:moveTo>
                    <a:pt x="2218308" y="0"/>
                  </a:moveTo>
                  <a:lnTo>
                    <a:pt x="2218308" y="1092562"/>
                  </a:lnTo>
                </a:path>
                <a:path extrusionOk="0" h="1092834" w="10079990">
                  <a:moveTo>
                    <a:pt x="4031868" y="0"/>
                  </a:moveTo>
                  <a:lnTo>
                    <a:pt x="4031868" y="1092562"/>
                  </a:lnTo>
                </a:path>
                <a:path extrusionOk="0" h="1092834" w="10079990">
                  <a:moveTo>
                    <a:pt x="5443092" y="0"/>
                  </a:moveTo>
                  <a:lnTo>
                    <a:pt x="5443092" y="1092562"/>
                  </a:lnTo>
                </a:path>
                <a:path extrusionOk="0" h="1092834" w="10079990">
                  <a:moveTo>
                    <a:pt x="7256652" y="0"/>
                  </a:moveTo>
                  <a:lnTo>
                    <a:pt x="7256652" y="1092562"/>
                  </a:lnTo>
                </a:path>
                <a:path extrusionOk="0" h="1092834" w="10079990">
                  <a:moveTo>
                    <a:pt x="8466708" y="0"/>
                  </a:moveTo>
                  <a:lnTo>
                    <a:pt x="8466708" y="1092562"/>
                  </a:lnTo>
                </a:path>
                <a:path extrusionOk="0" h="1092834" w="10079990">
                  <a:moveTo>
                    <a:pt x="10079608" y="0"/>
                  </a:moveTo>
                  <a:lnTo>
                    <a:pt x="10079608" y="1092562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1363092" y="6509556"/>
              <a:ext cx="10079990" cy="221615"/>
            </a:xfrm>
            <a:custGeom>
              <a:rect b="b" l="l" r="r" t="t"/>
              <a:pathLst>
                <a:path extrusionOk="0" h="221615" w="10079990">
                  <a:moveTo>
                    <a:pt x="0" y="0"/>
                  </a:moveTo>
                  <a:lnTo>
                    <a:pt x="0" y="221593"/>
                  </a:lnTo>
                </a:path>
                <a:path extrusionOk="0" h="221615" w="10079990">
                  <a:moveTo>
                    <a:pt x="2218308" y="0"/>
                  </a:moveTo>
                  <a:lnTo>
                    <a:pt x="2218308" y="221593"/>
                  </a:lnTo>
                </a:path>
                <a:path extrusionOk="0" h="221615" w="10079990">
                  <a:moveTo>
                    <a:pt x="4031868" y="0"/>
                  </a:moveTo>
                  <a:lnTo>
                    <a:pt x="4031868" y="221593"/>
                  </a:lnTo>
                </a:path>
                <a:path extrusionOk="0" h="221615" w="10079990">
                  <a:moveTo>
                    <a:pt x="5443092" y="0"/>
                  </a:moveTo>
                  <a:lnTo>
                    <a:pt x="5443092" y="221593"/>
                  </a:lnTo>
                </a:path>
                <a:path extrusionOk="0" h="221615" w="10079990">
                  <a:moveTo>
                    <a:pt x="7256652" y="0"/>
                  </a:moveTo>
                  <a:lnTo>
                    <a:pt x="7256652" y="221593"/>
                  </a:lnTo>
                </a:path>
                <a:path extrusionOk="0" h="221615" w="10079990">
                  <a:moveTo>
                    <a:pt x="8466708" y="0"/>
                  </a:moveTo>
                  <a:lnTo>
                    <a:pt x="8466708" y="221593"/>
                  </a:lnTo>
                </a:path>
                <a:path extrusionOk="0" h="221615" w="10079990">
                  <a:moveTo>
                    <a:pt x="10079608" y="0"/>
                  </a:moveTo>
                  <a:lnTo>
                    <a:pt x="10079608" y="221593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17"/>
          <p:cNvSpPr/>
          <p:nvPr/>
        </p:nvSpPr>
        <p:spPr>
          <a:xfrm>
            <a:off x="1363092" y="1983201"/>
            <a:ext cx="10079990" cy="0"/>
          </a:xfrm>
          <a:custGeom>
            <a:rect b="b" l="l" r="r" t="t"/>
            <a:pathLst>
              <a:path extrusionOk="0" h="120000" w="10079990">
                <a:moveTo>
                  <a:pt x="0" y="0"/>
                </a:moveTo>
                <a:lnTo>
                  <a:pt x="10079608" y="0"/>
                </a:lnTo>
              </a:path>
            </a:pathLst>
          </a:cu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"/>
          <p:cNvSpPr txBox="1"/>
          <p:nvPr/>
        </p:nvSpPr>
        <p:spPr>
          <a:xfrm>
            <a:off x="984250" y="4179823"/>
            <a:ext cx="292735" cy="130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1,500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1,000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27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143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984250" y="3798823"/>
            <a:ext cx="2927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2,000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 txBox="1"/>
          <p:nvPr/>
        </p:nvSpPr>
        <p:spPr>
          <a:xfrm>
            <a:off x="984250" y="2271776"/>
            <a:ext cx="292735" cy="130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4,000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3,500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3,000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2,500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984250" y="1890776"/>
            <a:ext cx="2927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4,500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 txBox="1"/>
          <p:nvPr/>
        </p:nvSpPr>
        <p:spPr>
          <a:xfrm rot="-5400000">
            <a:off x="5885878" y="970523"/>
            <a:ext cx="1045210" cy="1004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marR="825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Lat Phrao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5240" rtl="0" algn="r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Parthum Wan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118745" lvl="0" marL="466725" marR="762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Bang Rak Vadhana Yan na wa Khlong Toei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340995" lvl="0" marL="347980" marR="6985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Sathon Suanluang Bang Kho laen Phra Khanong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63119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Bang Na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764540" lvl="0" marL="12700" marR="762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Dusit Samphanthawong Pom Prap Sattru Phai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8415" lvl="0" marL="426720" marR="635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Phra Nakhon Phaya Thai Ratchathewi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60960" lvl="0" marL="243840" marR="508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Wang Thong Lang Huai Khwang Din Daeng Thung khru Bang Khun thain Nong Khaem Bang Bon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243840" lvl="0" marL="280670" marR="508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Bang Khae Rat Burana Phasi Charoen Nong Chok Khlong Sam Wa Saphan Sung Lat Krabang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219075" lvl="0" marL="421005" marR="7620" rtl="0" algn="just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Pra Wet Bueng Kum Khan Na Yao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130810" lvl="0" marL="484505" marR="889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Min Buri Bang Kapi Sai Mai Bang Khen Chatu Chak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344170" lvl="0" marL="411480" marR="9525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Lak Si Don Mueang Bang Sue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237490" lvl="0" marL="234950" marR="762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Taling Chan Bangkok Yai Bangkok Noi Khlong San Chom Thong Thawi Watthana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51435" lvl="0" marL="514984" marR="9525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Thon buri Bang Phlat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2103706" y="6569456"/>
            <a:ext cx="74104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South Bangkok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4086448" y="6569456"/>
            <a:ext cx="80454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Central Bangkok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5719919" y="6569456"/>
            <a:ext cx="7651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South Thonburi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7385297" y="6569456"/>
            <a:ext cx="65214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East Bangkok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8856757" y="6569456"/>
            <a:ext cx="74104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North Bangkok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10255458" y="6569456"/>
            <a:ext cx="7651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North Thonburi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3538188" y="1938020"/>
            <a:ext cx="55784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Avg Price Breakdown by Neighborhoods (Entire home/apt)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10687856" y="3861307"/>
            <a:ext cx="9588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overall average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1115567" y="1255246"/>
            <a:ext cx="9253220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Insight #8: Price varies a lot across districts even within the same region for entire home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49" name="Google Shape;349;p18"/>
          <p:cNvSpPr txBox="1"/>
          <p:nvPr>
            <p:ph type="title"/>
          </p:nvPr>
        </p:nvSpPr>
        <p:spPr>
          <a:xfrm>
            <a:off x="1102867" y="413003"/>
            <a:ext cx="7255509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LOCATION (DISTRICTS) #2</a:t>
            </a:r>
            <a:endParaRPr/>
          </a:p>
        </p:txBody>
      </p:sp>
      <p:grpSp>
        <p:nvGrpSpPr>
          <p:cNvPr id="350" name="Google Shape;350;p18"/>
          <p:cNvGrpSpPr/>
          <p:nvPr/>
        </p:nvGrpSpPr>
        <p:grpSpPr>
          <a:xfrm>
            <a:off x="1375929" y="2663951"/>
            <a:ext cx="10216515" cy="4089007"/>
            <a:chOff x="1375929" y="2663951"/>
            <a:chExt cx="10216515" cy="4089007"/>
          </a:xfrm>
        </p:grpSpPr>
        <p:sp>
          <p:nvSpPr>
            <p:cNvPr id="351" name="Google Shape;351;p18"/>
            <p:cNvSpPr/>
            <p:nvPr/>
          </p:nvSpPr>
          <p:spPr>
            <a:xfrm>
              <a:off x="1375929" y="3454213"/>
              <a:ext cx="10216515" cy="0"/>
            </a:xfrm>
            <a:custGeom>
              <a:rect b="b" l="l" r="r" t="t"/>
              <a:pathLst>
                <a:path extrusionOk="0" h="120000" w="10216515">
                  <a:moveTo>
                    <a:pt x="245606" y="0"/>
                  </a:moveTo>
                  <a:lnTo>
                    <a:pt x="352286" y="0"/>
                  </a:lnTo>
                </a:path>
                <a:path extrusionOk="0" h="120000" w="10216515">
                  <a:moveTo>
                    <a:pt x="4278110" y="0"/>
                  </a:moveTo>
                  <a:lnTo>
                    <a:pt x="5796014" y="0"/>
                  </a:lnTo>
                </a:path>
                <a:path extrusionOk="0" h="120000" w="10216515">
                  <a:moveTo>
                    <a:pt x="446774" y="0"/>
                  </a:moveTo>
                  <a:lnTo>
                    <a:pt x="553454" y="0"/>
                  </a:lnTo>
                </a:path>
                <a:path extrusionOk="0" h="120000" w="10216515">
                  <a:moveTo>
                    <a:pt x="6091670" y="0"/>
                  </a:moveTo>
                  <a:lnTo>
                    <a:pt x="10215995" y="0"/>
                  </a:lnTo>
                </a:path>
                <a:path extrusionOk="0" h="120000" w="10216515">
                  <a:moveTo>
                    <a:pt x="647942" y="0"/>
                  </a:moveTo>
                  <a:lnTo>
                    <a:pt x="4180574" y="0"/>
                  </a:lnTo>
                </a:path>
                <a:path extrusionOk="0" h="120000" w="10216515">
                  <a:moveTo>
                    <a:pt x="5890502" y="0"/>
                  </a:moveTo>
                  <a:lnTo>
                    <a:pt x="5997182" y="0"/>
                  </a:lnTo>
                </a:path>
                <a:path extrusionOk="0" h="120000" w="10216515">
                  <a:moveTo>
                    <a:pt x="0" y="0"/>
                  </a:moveTo>
                  <a:lnTo>
                    <a:pt x="151118" y="0"/>
                  </a:lnTo>
                </a:path>
              </a:pathLst>
            </a:custGeom>
            <a:noFill/>
            <a:ln cap="flat" cmpd="sng" w="450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8"/>
            <p:cNvSpPr/>
            <p:nvPr/>
          </p:nvSpPr>
          <p:spPr>
            <a:xfrm>
              <a:off x="1472818" y="3157727"/>
              <a:ext cx="10079990" cy="1710055"/>
            </a:xfrm>
            <a:custGeom>
              <a:rect b="b" l="l" r="r" t="t"/>
              <a:pathLst>
                <a:path extrusionOk="0" h="1710054" w="10079990">
                  <a:moveTo>
                    <a:pt x="8414892" y="1709928"/>
                  </a:moveTo>
                  <a:lnTo>
                    <a:pt x="8521573" y="1709928"/>
                  </a:lnTo>
                </a:path>
                <a:path extrusionOk="0" h="1710054" w="10079990">
                  <a:moveTo>
                    <a:pt x="9621901" y="1709928"/>
                  </a:moveTo>
                  <a:lnTo>
                    <a:pt x="9728581" y="1709928"/>
                  </a:lnTo>
                </a:path>
                <a:path extrusionOk="0" h="1710054" w="10079990">
                  <a:moveTo>
                    <a:pt x="8009508" y="1709928"/>
                  </a:moveTo>
                  <a:lnTo>
                    <a:pt x="8116188" y="1709928"/>
                  </a:lnTo>
                </a:path>
                <a:path extrusionOk="0" h="1710054" w="10079990">
                  <a:moveTo>
                    <a:pt x="5187060" y="1709928"/>
                  </a:moveTo>
                  <a:lnTo>
                    <a:pt x="5293740" y="1709928"/>
                  </a:lnTo>
                </a:path>
                <a:path extrusionOk="0" h="1710054" w="10079990">
                  <a:moveTo>
                    <a:pt x="6799453" y="1709928"/>
                  </a:moveTo>
                  <a:lnTo>
                    <a:pt x="6906133" y="1709928"/>
                  </a:lnTo>
                </a:path>
                <a:path extrusionOk="0" h="1710054" w="10079990">
                  <a:moveTo>
                    <a:pt x="6598284" y="1709928"/>
                  </a:moveTo>
                  <a:lnTo>
                    <a:pt x="6704964" y="1709928"/>
                  </a:lnTo>
                </a:path>
                <a:path extrusionOk="0" h="1710054" w="10079990">
                  <a:moveTo>
                    <a:pt x="1358773" y="1709928"/>
                  </a:moveTo>
                  <a:lnTo>
                    <a:pt x="1465453" y="1709928"/>
                  </a:lnTo>
                </a:path>
                <a:path extrusionOk="0" h="1710054" w="10079990">
                  <a:moveTo>
                    <a:pt x="1761108" y="1709928"/>
                  </a:moveTo>
                  <a:lnTo>
                    <a:pt x="1867789" y="1709928"/>
                  </a:lnTo>
                </a:path>
                <a:path extrusionOk="0" h="1710054" w="10079990">
                  <a:moveTo>
                    <a:pt x="7204836" y="1709928"/>
                  </a:moveTo>
                  <a:lnTo>
                    <a:pt x="7311516" y="1709928"/>
                  </a:lnTo>
                </a:path>
                <a:path extrusionOk="0" h="1710054" w="10079990">
                  <a:moveTo>
                    <a:pt x="5592445" y="1709928"/>
                  </a:moveTo>
                  <a:lnTo>
                    <a:pt x="5699125" y="1709928"/>
                  </a:lnTo>
                </a:path>
                <a:path extrusionOk="0" h="1710054" w="10079990">
                  <a:moveTo>
                    <a:pt x="4784725" y="1709928"/>
                  </a:moveTo>
                  <a:lnTo>
                    <a:pt x="4891405" y="1709928"/>
                  </a:lnTo>
                </a:path>
                <a:path extrusionOk="0" h="1710054" w="10079990">
                  <a:moveTo>
                    <a:pt x="8817229" y="1709928"/>
                  </a:moveTo>
                  <a:lnTo>
                    <a:pt x="8923909" y="1709928"/>
                  </a:lnTo>
                </a:path>
                <a:path extrusionOk="0" h="1710054" w="10079990">
                  <a:moveTo>
                    <a:pt x="10027285" y="1709928"/>
                  </a:moveTo>
                  <a:lnTo>
                    <a:pt x="10079608" y="1709928"/>
                  </a:lnTo>
                </a:path>
                <a:path extrusionOk="0" h="1710054" w="10079990">
                  <a:moveTo>
                    <a:pt x="7808340" y="1709928"/>
                  </a:moveTo>
                  <a:lnTo>
                    <a:pt x="7915021" y="1709928"/>
                  </a:lnTo>
                </a:path>
                <a:path extrusionOk="0" h="1710054" w="10079990">
                  <a:moveTo>
                    <a:pt x="6195949" y="1709928"/>
                  </a:moveTo>
                  <a:lnTo>
                    <a:pt x="6302629" y="1709928"/>
                  </a:lnTo>
                </a:path>
                <a:path extrusionOk="0" h="1710054" w="10079990">
                  <a:moveTo>
                    <a:pt x="2364613" y="1709928"/>
                  </a:moveTo>
                  <a:lnTo>
                    <a:pt x="2471293" y="1709928"/>
                  </a:lnTo>
                </a:path>
                <a:path extrusionOk="0" h="1710054" w="10079990">
                  <a:moveTo>
                    <a:pt x="9420733" y="1709928"/>
                  </a:moveTo>
                  <a:lnTo>
                    <a:pt x="9527413" y="1709928"/>
                  </a:lnTo>
                </a:path>
                <a:path extrusionOk="0" h="1710054" w="10079990">
                  <a:moveTo>
                    <a:pt x="953388" y="1709928"/>
                  </a:moveTo>
                  <a:lnTo>
                    <a:pt x="1060069" y="1709928"/>
                  </a:lnTo>
                </a:path>
                <a:path extrusionOk="0" h="1710054" w="10079990">
                  <a:moveTo>
                    <a:pt x="9018397" y="1709928"/>
                  </a:moveTo>
                  <a:lnTo>
                    <a:pt x="9125077" y="1709928"/>
                  </a:lnTo>
                </a:path>
                <a:path extrusionOk="0" h="1710054" w="10079990">
                  <a:moveTo>
                    <a:pt x="2163445" y="1709928"/>
                  </a:moveTo>
                  <a:lnTo>
                    <a:pt x="2270125" y="1709928"/>
                  </a:lnTo>
                </a:path>
                <a:path extrusionOk="0" h="1710054" w="10079990">
                  <a:moveTo>
                    <a:pt x="9826116" y="1709928"/>
                  </a:moveTo>
                  <a:lnTo>
                    <a:pt x="9929749" y="1709928"/>
                  </a:lnTo>
                </a:path>
                <a:path extrusionOk="0" h="1710054" w="10079990">
                  <a:moveTo>
                    <a:pt x="9219565" y="1709928"/>
                  </a:moveTo>
                  <a:lnTo>
                    <a:pt x="9326245" y="1709928"/>
                  </a:lnTo>
                </a:path>
                <a:path extrusionOk="0" h="1710054" w="10079990">
                  <a:moveTo>
                    <a:pt x="349885" y="1709928"/>
                  </a:moveTo>
                  <a:lnTo>
                    <a:pt x="456564" y="1709928"/>
                  </a:lnTo>
                </a:path>
                <a:path extrusionOk="0" h="1710054" w="10079990">
                  <a:moveTo>
                    <a:pt x="7607173" y="1709928"/>
                  </a:moveTo>
                  <a:lnTo>
                    <a:pt x="7713853" y="1709928"/>
                  </a:lnTo>
                </a:path>
                <a:path extrusionOk="0" h="1710054" w="10079990">
                  <a:moveTo>
                    <a:pt x="551053" y="1709928"/>
                  </a:moveTo>
                  <a:lnTo>
                    <a:pt x="657732" y="1709928"/>
                  </a:lnTo>
                </a:path>
                <a:path extrusionOk="0" h="1710054" w="10079990">
                  <a:moveTo>
                    <a:pt x="2769997" y="1709928"/>
                  </a:moveTo>
                  <a:lnTo>
                    <a:pt x="2876677" y="1709928"/>
                  </a:lnTo>
                </a:path>
                <a:path extrusionOk="0" h="1710054" w="10079990">
                  <a:moveTo>
                    <a:pt x="7003669" y="1709928"/>
                  </a:moveTo>
                  <a:lnTo>
                    <a:pt x="7110349" y="1709928"/>
                  </a:lnTo>
                </a:path>
                <a:path extrusionOk="0" h="1710054" w="10079990">
                  <a:moveTo>
                    <a:pt x="3775836" y="1709928"/>
                  </a:moveTo>
                  <a:lnTo>
                    <a:pt x="3882517" y="1709928"/>
                  </a:lnTo>
                </a:path>
                <a:path extrusionOk="0" h="1710054" w="10079990">
                  <a:moveTo>
                    <a:pt x="4382389" y="1709928"/>
                  </a:moveTo>
                  <a:lnTo>
                    <a:pt x="4489069" y="1709928"/>
                  </a:lnTo>
                </a:path>
                <a:path extrusionOk="0" h="1710054" w="10079990">
                  <a:moveTo>
                    <a:pt x="148717" y="1709928"/>
                  </a:moveTo>
                  <a:lnTo>
                    <a:pt x="255397" y="1709928"/>
                  </a:lnTo>
                </a:path>
                <a:path extrusionOk="0" h="1710054" w="10079990">
                  <a:moveTo>
                    <a:pt x="4181221" y="1709928"/>
                  </a:moveTo>
                  <a:lnTo>
                    <a:pt x="4287901" y="1709928"/>
                  </a:lnTo>
                </a:path>
                <a:path extrusionOk="0" h="1710054" w="10079990">
                  <a:moveTo>
                    <a:pt x="5388229" y="1709928"/>
                  </a:moveTo>
                  <a:lnTo>
                    <a:pt x="5494908" y="1709928"/>
                  </a:lnTo>
                </a:path>
                <a:path extrusionOk="0" h="1710054" w="10079990">
                  <a:moveTo>
                    <a:pt x="3574669" y="1709928"/>
                  </a:moveTo>
                  <a:lnTo>
                    <a:pt x="3681349" y="1709928"/>
                  </a:lnTo>
                </a:path>
                <a:path extrusionOk="0" h="1710054" w="10079990">
                  <a:moveTo>
                    <a:pt x="3172333" y="1709928"/>
                  </a:moveTo>
                  <a:lnTo>
                    <a:pt x="3279013" y="1709928"/>
                  </a:lnTo>
                </a:path>
                <a:path extrusionOk="0" h="1710054" w="10079990">
                  <a:moveTo>
                    <a:pt x="4985893" y="1709928"/>
                  </a:moveTo>
                  <a:lnTo>
                    <a:pt x="5092573" y="1709928"/>
                  </a:lnTo>
                </a:path>
                <a:path extrusionOk="0" h="1710054" w="10079990">
                  <a:moveTo>
                    <a:pt x="1962277" y="1709928"/>
                  </a:moveTo>
                  <a:lnTo>
                    <a:pt x="2068957" y="1709928"/>
                  </a:lnTo>
                </a:path>
                <a:path extrusionOk="0" h="1710054" w="10079990">
                  <a:moveTo>
                    <a:pt x="752220" y="1709928"/>
                  </a:moveTo>
                  <a:lnTo>
                    <a:pt x="858901" y="1709928"/>
                  </a:lnTo>
                </a:path>
                <a:path extrusionOk="0" h="1710054" w="10079990">
                  <a:moveTo>
                    <a:pt x="5793612" y="1709928"/>
                  </a:moveTo>
                  <a:lnTo>
                    <a:pt x="5900292" y="1709928"/>
                  </a:lnTo>
                </a:path>
                <a:path extrusionOk="0" h="1710054" w="10079990">
                  <a:moveTo>
                    <a:pt x="6397116" y="1709928"/>
                  </a:moveTo>
                  <a:lnTo>
                    <a:pt x="6503797" y="1709928"/>
                  </a:lnTo>
                </a:path>
                <a:path extrusionOk="0" h="1710054" w="10079990">
                  <a:moveTo>
                    <a:pt x="3373501" y="1709928"/>
                  </a:moveTo>
                  <a:lnTo>
                    <a:pt x="3480180" y="1709928"/>
                  </a:lnTo>
                </a:path>
                <a:path extrusionOk="0" h="1710054" w="10079990">
                  <a:moveTo>
                    <a:pt x="1559941" y="1709928"/>
                  </a:moveTo>
                  <a:lnTo>
                    <a:pt x="1666620" y="1709928"/>
                  </a:lnTo>
                </a:path>
                <a:path extrusionOk="0" h="1710054" w="10079990">
                  <a:moveTo>
                    <a:pt x="3980053" y="1709928"/>
                  </a:moveTo>
                  <a:lnTo>
                    <a:pt x="4083684" y="1709928"/>
                  </a:lnTo>
                </a:path>
                <a:path extrusionOk="0" h="1710054" w="10079990">
                  <a:moveTo>
                    <a:pt x="8616061" y="1709928"/>
                  </a:moveTo>
                  <a:lnTo>
                    <a:pt x="8722741" y="1709928"/>
                  </a:lnTo>
                </a:path>
                <a:path extrusionOk="0" h="1710054" w="10079990">
                  <a:moveTo>
                    <a:pt x="7406005" y="1709928"/>
                  </a:moveTo>
                  <a:lnTo>
                    <a:pt x="7512684" y="1709928"/>
                  </a:lnTo>
                </a:path>
                <a:path extrusionOk="0" h="1710054" w="10079990">
                  <a:moveTo>
                    <a:pt x="2971165" y="1709928"/>
                  </a:moveTo>
                  <a:lnTo>
                    <a:pt x="3077845" y="1709928"/>
                  </a:lnTo>
                </a:path>
                <a:path extrusionOk="0" h="1710054" w="10079990">
                  <a:moveTo>
                    <a:pt x="2568829" y="1709928"/>
                  </a:moveTo>
                  <a:lnTo>
                    <a:pt x="2672460" y="1709928"/>
                  </a:lnTo>
                </a:path>
                <a:path extrusionOk="0" h="1710054" w="10079990">
                  <a:moveTo>
                    <a:pt x="1157605" y="1709928"/>
                  </a:moveTo>
                  <a:lnTo>
                    <a:pt x="1264285" y="1709928"/>
                  </a:lnTo>
                </a:path>
                <a:path extrusionOk="0" h="1710054" w="10079990">
                  <a:moveTo>
                    <a:pt x="8210677" y="1709928"/>
                  </a:moveTo>
                  <a:lnTo>
                    <a:pt x="8317357" y="1709928"/>
                  </a:lnTo>
                </a:path>
                <a:path extrusionOk="0" h="1710054" w="10079990">
                  <a:moveTo>
                    <a:pt x="0" y="1709928"/>
                  </a:moveTo>
                  <a:lnTo>
                    <a:pt x="54228" y="1709928"/>
                  </a:lnTo>
                </a:path>
                <a:path extrusionOk="0" h="1710054" w="10079990">
                  <a:moveTo>
                    <a:pt x="4583557" y="1709928"/>
                  </a:moveTo>
                  <a:lnTo>
                    <a:pt x="4690236" y="1709928"/>
                  </a:lnTo>
                </a:path>
                <a:path extrusionOk="0" h="1710054" w="10079990">
                  <a:moveTo>
                    <a:pt x="5994781" y="1709928"/>
                  </a:moveTo>
                  <a:lnTo>
                    <a:pt x="6101460" y="1709928"/>
                  </a:lnTo>
                </a:path>
                <a:path extrusionOk="0" h="1710054" w="10079990">
                  <a:moveTo>
                    <a:pt x="8414892" y="1139952"/>
                  </a:moveTo>
                  <a:lnTo>
                    <a:pt x="8521573" y="1139952"/>
                  </a:lnTo>
                </a:path>
                <a:path extrusionOk="0" h="1710054" w="10079990">
                  <a:moveTo>
                    <a:pt x="7406005" y="1139952"/>
                  </a:moveTo>
                  <a:lnTo>
                    <a:pt x="7512684" y="1139952"/>
                  </a:lnTo>
                </a:path>
                <a:path extrusionOk="0" h="1710054" w="10079990">
                  <a:moveTo>
                    <a:pt x="953388" y="1139952"/>
                  </a:moveTo>
                  <a:lnTo>
                    <a:pt x="1060069" y="1139952"/>
                  </a:lnTo>
                </a:path>
                <a:path extrusionOk="0" h="1710054" w="10079990">
                  <a:moveTo>
                    <a:pt x="4784725" y="1139952"/>
                  </a:moveTo>
                  <a:lnTo>
                    <a:pt x="4891405" y="1139952"/>
                  </a:lnTo>
                </a:path>
                <a:path extrusionOk="0" h="1710054" w="10079990">
                  <a:moveTo>
                    <a:pt x="1157605" y="1139952"/>
                  </a:moveTo>
                  <a:lnTo>
                    <a:pt x="1264285" y="1139952"/>
                  </a:lnTo>
                </a:path>
                <a:path extrusionOk="0" h="1710054" w="10079990">
                  <a:moveTo>
                    <a:pt x="148717" y="1139952"/>
                  </a:moveTo>
                  <a:lnTo>
                    <a:pt x="255397" y="1139952"/>
                  </a:lnTo>
                </a:path>
                <a:path extrusionOk="0" h="1710054" w="10079990">
                  <a:moveTo>
                    <a:pt x="3373501" y="1139952"/>
                  </a:moveTo>
                  <a:lnTo>
                    <a:pt x="3480180" y="1139952"/>
                  </a:lnTo>
                </a:path>
                <a:path extrusionOk="0" h="1710054" w="10079990">
                  <a:moveTo>
                    <a:pt x="5187060" y="1139952"/>
                  </a:moveTo>
                  <a:lnTo>
                    <a:pt x="5293740" y="1139952"/>
                  </a:lnTo>
                </a:path>
                <a:path extrusionOk="0" h="1710054" w="10079990">
                  <a:moveTo>
                    <a:pt x="1761108" y="1139952"/>
                  </a:moveTo>
                  <a:lnTo>
                    <a:pt x="1867789" y="1139952"/>
                  </a:lnTo>
                </a:path>
                <a:path extrusionOk="0" h="1710054" w="10079990">
                  <a:moveTo>
                    <a:pt x="2163445" y="1139952"/>
                  </a:moveTo>
                  <a:lnTo>
                    <a:pt x="2270125" y="1139952"/>
                  </a:lnTo>
                </a:path>
                <a:path extrusionOk="0" h="1710054" w="10079990">
                  <a:moveTo>
                    <a:pt x="3574669" y="1139952"/>
                  </a:moveTo>
                  <a:lnTo>
                    <a:pt x="3681349" y="1139952"/>
                  </a:lnTo>
                </a:path>
                <a:path extrusionOk="0" h="1710054" w="10079990">
                  <a:moveTo>
                    <a:pt x="4583557" y="1139952"/>
                  </a:moveTo>
                  <a:lnTo>
                    <a:pt x="4690236" y="1139952"/>
                  </a:lnTo>
                </a:path>
                <a:path extrusionOk="0" h="1710054" w="10079990">
                  <a:moveTo>
                    <a:pt x="9621901" y="1139952"/>
                  </a:moveTo>
                  <a:lnTo>
                    <a:pt x="9728581" y="1139952"/>
                  </a:lnTo>
                </a:path>
                <a:path extrusionOk="0" h="1710054" w="10079990">
                  <a:moveTo>
                    <a:pt x="3775836" y="1139952"/>
                  </a:moveTo>
                  <a:lnTo>
                    <a:pt x="3882517" y="1139952"/>
                  </a:lnTo>
                </a:path>
                <a:path extrusionOk="0" h="1710054" w="10079990">
                  <a:moveTo>
                    <a:pt x="7204836" y="1139952"/>
                  </a:moveTo>
                  <a:lnTo>
                    <a:pt x="7311516" y="1139952"/>
                  </a:lnTo>
                </a:path>
                <a:path extrusionOk="0" h="1710054" w="10079990">
                  <a:moveTo>
                    <a:pt x="8817229" y="1139952"/>
                  </a:moveTo>
                  <a:lnTo>
                    <a:pt x="8923909" y="1139952"/>
                  </a:lnTo>
                </a:path>
                <a:path extrusionOk="0" h="1710054" w="10079990">
                  <a:moveTo>
                    <a:pt x="8616061" y="1139952"/>
                  </a:moveTo>
                  <a:lnTo>
                    <a:pt x="8722741" y="1139952"/>
                  </a:lnTo>
                </a:path>
                <a:path extrusionOk="0" h="1710054" w="10079990">
                  <a:moveTo>
                    <a:pt x="2769997" y="1139952"/>
                  </a:moveTo>
                  <a:lnTo>
                    <a:pt x="2876677" y="1139952"/>
                  </a:lnTo>
                </a:path>
                <a:path extrusionOk="0" h="1710054" w="10079990">
                  <a:moveTo>
                    <a:pt x="9219565" y="1139952"/>
                  </a:moveTo>
                  <a:lnTo>
                    <a:pt x="9326245" y="1139952"/>
                  </a:lnTo>
                </a:path>
                <a:path extrusionOk="0" h="1710054" w="10079990">
                  <a:moveTo>
                    <a:pt x="7607173" y="1139952"/>
                  </a:moveTo>
                  <a:lnTo>
                    <a:pt x="7713853" y="1139952"/>
                  </a:lnTo>
                </a:path>
                <a:path extrusionOk="0" h="1710054" w="10079990">
                  <a:moveTo>
                    <a:pt x="4382389" y="1139952"/>
                  </a:moveTo>
                  <a:lnTo>
                    <a:pt x="4489069" y="1139952"/>
                  </a:lnTo>
                </a:path>
                <a:path extrusionOk="0" h="1710054" w="10079990">
                  <a:moveTo>
                    <a:pt x="2364613" y="1139952"/>
                  </a:moveTo>
                  <a:lnTo>
                    <a:pt x="2471293" y="1139952"/>
                  </a:lnTo>
                </a:path>
                <a:path extrusionOk="0" h="1710054" w="10079990">
                  <a:moveTo>
                    <a:pt x="349885" y="1139952"/>
                  </a:moveTo>
                  <a:lnTo>
                    <a:pt x="456564" y="1139952"/>
                  </a:lnTo>
                </a:path>
                <a:path extrusionOk="0" h="1710054" w="10079990">
                  <a:moveTo>
                    <a:pt x="4181221" y="1139952"/>
                  </a:moveTo>
                  <a:lnTo>
                    <a:pt x="4287901" y="1139952"/>
                  </a:lnTo>
                </a:path>
                <a:path extrusionOk="0" h="1710054" w="10079990">
                  <a:moveTo>
                    <a:pt x="7808340" y="1139952"/>
                  </a:moveTo>
                  <a:lnTo>
                    <a:pt x="8317357" y="1139952"/>
                  </a:lnTo>
                </a:path>
                <a:path extrusionOk="0" h="1710054" w="10079990">
                  <a:moveTo>
                    <a:pt x="2971165" y="1139952"/>
                  </a:moveTo>
                  <a:lnTo>
                    <a:pt x="3077845" y="1139952"/>
                  </a:lnTo>
                </a:path>
                <a:path extrusionOk="0" h="1710054" w="10079990">
                  <a:moveTo>
                    <a:pt x="752220" y="1139952"/>
                  </a:moveTo>
                  <a:lnTo>
                    <a:pt x="858901" y="1139952"/>
                  </a:lnTo>
                </a:path>
                <a:path extrusionOk="0" h="1710054" w="10079990">
                  <a:moveTo>
                    <a:pt x="5793612" y="1139952"/>
                  </a:moveTo>
                  <a:lnTo>
                    <a:pt x="5900292" y="1139952"/>
                  </a:lnTo>
                </a:path>
                <a:path extrusionOk="0" h="1710054" w="10079990">
                  <a:moveTo>
                    <a:pt x="0" y="1139952"/>
                  </a:moveTo>
                  <a:lnTo>
                    <a:pt x="54228" y="1139952"/>
                  </a:lnTo>
                </a:path>
                <a:path extrusionOk="0" h="1710054" w="10079990">
                  <a:moveTo>
                    <a:pt x="5388229" y="1139952"/>
                  </a:moveTo>
                  <a:lnTo>
                    <a:pt x="5699125" y="1139952"/>
                  </a:lnTo>
                </a:path>
                <a:path extrusionOk="0" h="1710054" w="10079990">
                  <a:moveTo>
                    <a:pt x="9018397" y="1139952"/>
                  </a:moveTo>
                  <a:lnTo>
                    <a:pt x="9125077" y="1139952"/>
                  </a:lnTo>
                </a:path>
                <a:path extrusionOk="0" h="1710054" w="10079990">
                  <a:moveTo>
                    <a:pt x="4985893" y="1139952"/>
                  </a:moveTo>
                  <a:lnTo>
                    <a:pt x="5092573" y="1139952"/>
                  </a:lnTo>
                </a:path>
                <a:path extrusionOk="0" h="1710054" w="10079990">
                  <a:moveTo>
                    <a:pt x="9420733" y="1139952"/>
                  </a:moveTo>
                  <a:lnTo>
                    <a:pt x="9527413" y="1139952"/>
                  </a:lnTo>
                </a:path>
                <a:path extrusionOk="0" h="1710054" w="10079990">
                  <a:moveTo>
                    <a:pt x="551053" y="1139952"/>
                  </a:moveTo>
                  <a:lnTo>
                    <a:pt x="657732" y="1139952"/>
                  </a:lnTo>
                </a:path>
                <a:path extrusionOk="0" h="1710054" w="10079990">
                  <a:moveTo>
                    <a:pt x="1358773" y="1139952"/>
                  </a:moveTo>
                  <a:lnTo>
                    <a:pt x="1465453" y="1139952"/>
                  </a:lnTo>
                </a:path>
                <a:path extrusionOk="0" h="1710054" w="10079990">
                  <a:moveTo>
                    <a:pt x="6598284" y="1139952"/>
                  </a:moveTo>
                  <a:lnTo>
                    <a:pt x="7110349" y="1139952"/>
                  </a:lnTo>
                </a:path>
                <a:path extrusionOk="0" h="1710054" w="10079990">
                  <a:moveTo>
                    <a:pt x="9826116" y="1139952"/>
                  </a:moveTo>
                  <a:lnTo>
                    <a:pt x="10079608" y="1139952"/>
                  </a:lnTo>
                </a:path>
                <a:path extrusionOk="0" h="1710054" w="10079990">
                  <a:moveTo>
                    <a:pt x="1962277" y="1139952"/>
                  </a:moveTo>
                  <a:lnTo>
                    <a:pt x="2068957" y="1139952"/>
                  </a:lnTo>
                </a:path>
                <a:path extrusionOk="0" h="1710054" w="10079990">
                  <a:moveTo>
                    <a:pt x="2568829" y="1139952"/>
                  </a:moveTo>
                  <a:lnTo>
                    <a:pt x="2672460" y="1139952"/>
                  </a:lnTo>
                </a:path>
                <a:path extrusionOk="0" h="1710054" w="10079990">
                  <a:moveTo>
                    <a:pt x="3172333" y="1139952"/>
                  </a:moveTo>
                  <a:lnTo>
                    <a:pt x="3279013" y="1139952"/>
                  </a:lnTo>
                </a:path>
                <a:path extrusionOk="0" h="1710054" w="10079990">
                  <a:moveTo>
                    <a:pt x="5994781" y="1139952"/>
                  </a:moveTo>
                  <a:lnTo>
                    <a:pt x="6101460" y="1139952"/>
                  </a:lnTo>
                </a:path>
                <a:path extrusionOk="0" h="1710054" w="10079990">
                  <a:moveTo>
                    <a:pt x="6195949" y="1139952"/>
                  </a:moveTo>
                  <a:lnTo>
                    <a:pt x="6302629" y="1139952"/>
                  </a:lnTo>
                </a:path>
                <a:path extrusionOk="0" h="1710054" w="10079990">
                  <a:moveTo>
                    <a:pt x="6397116" y="1139952"/>
                  </a:moveTo>
                  <a:lnTo>
                    <a:pt x="6503797" y="1139952"/>
                  </a:lnTo>
                </a:path>
                <a:path extrusionOk="0" h="1710054" w="10079990">
                  <a:moveTo>
                    <a:pt x="1559941" y="1139952"/>
                  </a:moveTo>
                  <a:lnTo>
                    <a:pt x="1666620" y="1139952"/>
                  </a:lnTo>
                </a:path>
                <a:path extrusionOk="0" h="1710054" w="10079990">
                  <a:moveTo>
                    <a:pt x="3980053" y="1139952"/>
                  </a:moveTo>
                  <a:lnTo>
                    <a:pt x="4083684" y="1139952"/>
                  </a:lnTo>
                </a:path>
                <a:path extrusionOk="0" h="1710054" w="10079990">
                  <a:moveTo>
                    <a:pt x="2971165" y="569976"/>
                  </a:moveTo>
                  <a:lnTo>
                    <a:pt x="3077845" y="569976"/>
                  </a:lnTo>
                </a:path>
                <a:path extrusionOk="0" h="1710054" w="10079990">
                  <a:moveTo>
                    <a:pt x="4181221" y="569976"/>
                  </a:moveTo>
                  <a:lnTo>
                    <a:pt x="4287901" y="569976"/>
                  </a:lnTo>
                </a:path>
                <a:path extrusionOk="0" h="1710054" w="10079990">
                  <a:moveTo>
                    <a:pt x="2364613" y="569976"/>
                  </a:moveTo>
                  <a:lnTo>
                    <a:pt x="2471293" y="569976"/>
                  </a:lnTo>
                </a:path>
                <a:path extrusionOk="0" h="1710054" w="10079990">
                  <a:moveTo>
                    <a:pt x="2568829" y="569976"/>
                  </a:moveTo>
                  <a:lnTo>
                    <a:pt x="2672460" y="569976"/>
                  </a:lnTo>
                </a:path>
                <a:path extrusionOk="0" h="1710054" w="10079990">
                  <a:moveTo>
                    <a:pt x="953388" y="569976"/>
                  </a:moveTo>
                  <a:lnTo>
                    <a:pt x="1060069" y="569976"/>
                  </a:lnTo>
                </a:path>
                <a:path extrusionOk="0" h="1710054" w="10079990">
                  <a:moveTo>
                    <a:pt x="2769997" y="569976"/>
                  </a:moveTo>
                  <a:lnTo>
                    <a:pt x="2876677" y="569976"/>
                  </a:lnTo>
                </a:path>
                <a:path extrusionOk="0" h="1710054" w="10079990">
                  <a:moveTo>
                    <a:pt x="0" y="569976"/>
                  </a:moveTo>
                  <a:lnTo>
                    <a:pt x="54228" y="569976"/>
                  </a:lnTo>
                </a:path>
                <a:path extrusionOk="0" h="1710054" w="10079990">
                  <a:moveTo>
                    <a:pt x="5793612" y="569976"/>
                  </a:moveTo>
                  <a:lnTo>
                    <a:pt x="5900292" y="569976"/>
                  </a:lnTo>
                </a:path>
                <a:path extrusionOk="0" h="1710054" w="10079990">
                  <a:moveTo>
                    <a:pt x="4784725" y="569976"/>
                  </a:moveTo>
                  <a:lnTo>
                    <a:pt x="5699125" y="569976"/>
                  </a:lnTo>
                </a:path>
                <a:path extrusionOk="0" h="1710054" w="10079990">
                  <a:moveTo>
                    <a:pt x="5994781" y="569976"/>
                  </a:moveTo>
                  <a:lnTo>
                    <a:pt x="8317357" y="569976"/>
                  </a:lnTo>
                </a:path>
                <a:path extrusionOk="0" h="1710054" w="10079990">
                  <a:moveTo>
                    <a:pt x="148717" y="569976"/>
                  </a:moveTo>
                  <a:lnTo>
                    <a:pt x="255397" y="569976"/>
                  </a:lnTo>
                </a:path>
                <a:path extrusionOk="0" h="1710054" w="10079990">
                  <a:moveTo>
                    <a:pt x="752220" y="569976"/>
                  </a:moveTo>
                  <a:lnTo>
                    <a:pt x="858901" y="569976"/>
                  </a:lnTo>
                </a:path>
                <a:path extrusionOk="0" h="1710054" w="10079990">
                  <a:moveTo>
                    <a:pt x="1157605" y="569976"/>
                  </a:moveTo>
                  <a:lnTo>
                    <a:pt x="2270125" y="569976"/>
                  </a:lnTo>
                </a:path>
                <a:path extrusionOk="0" h="1710054" w="10079990">
                  <a:moveTo>
                    <a:pt x="3172333" y="569976"/>
                  </a:moveTo>
                  <a:lnTo>
                    <a:pt x="4083684" y="569976"/>
                  </a:lnTo>
                </a:path>
                <a:path extrusionOk="0" h="1710054" w="10079990">
                  <a:moveTo>
                    <a:pt x="551053" y="569976"/>
                  </a:moveTo>
                  <a:lnTo>
                    <a:pt x="657732" y="569976"/>
                  </a:lnTo>
                </a:path>
                <a:path extrusionOk="0" h="1710054" w="10079990">
                  <a:moveTo>
                    <a:pt x="8414892" y="569976"/>
                  </a:moveTo>
                  <a:lnTo>
                    <a:pt x="8521573" y="569976"/>
                  </a:lnTo>
                </a:path>
                <a:path extrusionOk="0" h="1710054" w="10079990">
                  <a:moveTo>
                    <a:pt x="8616061" y="569976"/>
                  </a:moveTo>
                  <a:lnTo>
                    <a:pt x="10079608" y="569976"/>
                  </a:lnTo>
                </a:path>
                <a:path extrusionOk="0" h="1710054" w="10079990">
                  <a:moveTo>
                    <a:pt x="349885" y="569976"/>
                  </a:moveTo>
                  <a:lnTo>
                    <a:pt x="456564" y="569976"/>
                  </a:lnTo>
                </a:path>
                <a:path extrusionOk="0" h="1710054" w="10079990">
                  <a:moveTo>
                    <a:pt x="4382389" y="569976"/>
                  </a:moveTo>
                  <a:lnTo>
                    <a:pt x="4489069" y="569976"/>
                  </a:lnTo>
                </a:path>
                <a:path extrusionOk="0" h="1710054" w="10079990">
                  <a:moveTo>
                    <a:pt x="4583557" y="569976"/>
                  </a:moveTo>
                  <a:lnTo>
                    <a:pt x="4690236" y="569976"/>
                  </a:lnTo>
                </a:path>
                <a:path extrusionOk="0" h="1710054" w="10079990">
                  <a:moveTo>
                    <a:pt x="0" y="0"/>
                  </a:moveTo>
                  <a:lnTo>
                    <a:pt x="54228" y="0"/>
                  </a:lnTo>
                </a:path>
                <a:path extrusionOk="0" h="1710054" w="10079990">
                  <a:moveTo>
                    <a:pt x="148717" y="0"/>
                  </a:moveTo>
                  <a:lnTo>
                    <a:pt x="255397" y="0"/>
                  </a:lnTo>
                </a:path>
                <a:path extrusionOk="0" h="1710054" w="10079990">
                  <a:moveTo>
                    <a:pt x="4181221" y="0"/>
                  </a:moveTo>
                  <a:lnTo>
                    <a:pt x="10079608" y="0"/>
                  </a:lnTo>
                </a:path>
                <a:path extrusionOk="0" h="1710054" w="10079990">
                  <a:moveTo>
                    <a:pt x="349885" y="0"/>
                  </a:moveTo>
                  <a:lnTo>
                    <a:pt x="4083684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8"/>
            <p:cNvSpPr/>
            <p:nvPr/>
          </p:nvSpPr>
          <p:spPr>
            <a:xfrm>
              <a:off x="1527048" y="2663951"/>
              <a:ext cx="9973310" cy="2774950"/>
            </a:xfrm>
            <a:custGeom>
              <a:rect b="b" l="l" r="r" t="t"/>
              <a:pathLst>
                <a:path extrusionOk="0" h="2774950" w="9973310">
                  <a:moveTo>
                    <a:pt x="94488" y="387096"/>
                  </a:moveTo>
                  <a:lnTo>
                    <a:pt x="0" y="387096"/>
                  </a:lnTo>
                  <a:lnTo>
                    <a:pt x="0" y="2774835"/>
                  </a:lnTo>
                  <a:lnTo>
                    <a:pt x="94488" y="2774835"/>
                  </a:lnTo>
                  <a:lnTo>
                    <a:pt x="94488" y="387096"/>
                  </a:lnTo>
                  <a:close/>
                </a:path>
                <a:path extrusionOk="0" h="2774950" w="9973310">
                  <a:moveTo>
                    <a:pt x="295656" y="414528"/>
                  </a:moveTo>
                  <a:lnTo>
                    <a:pt x="201168" y="414528"/>
                  </a:lnTo>
                  <a:lnTo>
                    <a:pt x="201168" y="2774835"/>
                  </a:lnTo>
                  <a:lnTo>
                    <a:pt x="295656" y="2774835"/>
                  </a:lnTo>
                  <a:lnTo>
                    <a:pt x="295656" y="414528"/>
                  </a:lnTo>
                  <a:close/>
                </a:path>
                <a:path extrusionOk="0" h="2774950" w="9973310">
                  <a:moveTo>
                    <a:pt x="496824" y="673608"/>
                  </a:moveTo>
                  <a:lnTo>
                    <a:pt x="402336" y="673608"/>
                  </a:lnTo>
                  <a:lnTo>
                    <a:pt x="402336" y="2774835"/>
                  </a:lnTo>
                  <a:lnTo>
                    <a:pt x="496824" y="2774835"/>
                  </a:lnTo>
                  <a:lnTo>
                    <a:pt x="496824" y="673608"/>
                  </a:lnTo>
                  <a:close/>
                </a:path>
                <a:path extrusionOk="0" h="2774950" w="9973310">
                  <a:moveTo>
                    <a:pt x="697992" y="771144"/>
                  </a:moveTo>
                  <a:lnTo>
                    <a:pt x="603504" y="771144"/>
                  </a:lnTo>
                  <a:lnTo>
                    <a:pt x="603504" y="2774835"/>
                  </a:lnTo>
                  <a:lnTo>
                    <a:pt x="697992" y="2774835"/>
                  </a:lnTo>
                  <a:lnTo>
                    <a:pt x="697992" y="771144"/>
                  </a:lnTo>
                  <a:close/>
                </a:path>
                <a:path extrusionOk="0" h="2774950" w="9973310">
                  <a:moveTo>
                    <a:pt x="899160" y="807720"/>
                  </a:moveTo>
                  <a:lnTo>
                    <a:pt x="804672" y="807720"/>
                  </a:lnTo>
                  <a:lnTo>
                    <a:pt x="804672" y="2774835"/>
                  </a:lnTo>
                  <a:lnTo>
                    <a:pt x="899160" y="2774835"/>
                  </a:lnTo>
                  <a:lnTo>
                    <a:pt x="899160" y="807720"/>
                  </a:lnTo>
                  <a:close/>
                </a:path>
                <a:path extrusionOk="0" h="2774950" w="9973310">
                  <a:moveTo>
                    <a:pt x="1103376" y="1051560"/>
                  </a:moveTo>
                  <a:lnTo>
                    <a:pt x="1005840" y="1051560"/>
                  </a:lnTo>
                  <a:lnTo>
                    <a:pt x="1005840" y="2774835"/>
                  </a:lnTo>
                  <a:lnTo>
                    <a:pt x="1103376" y="2774835"/>
                  </a:lnTo>
                  <a:lnTo>
                    <a:pt x="1103376" y="1051560"/>
                  </a:lnTo>
                  <a:close/>
                </a:path>
                <a:path extrusionOk="0" h="2774950" w="9973310">
                  <a:moveTo>
                    <a:pt x="1304544" y="1060704"/>
                  </a:moveTo>
                  <a:lnTo>
                    <a:pt x="1210056" y="1060704"/>
                  </a:lnTo>
                  <a:lnTo>
                    <a:pt x="1210056" y="2774835"/>
                  </a:lnTo>
                  <a:lnTo>
                    <a:pt x="1304544" y="2774835"/>
                  </a:lnTo>
                  <a:lnTo>
                    <a:pt x="1304544" y="1060704"/>
                  </a:lnTo>
                  <a:close/>
                </a:path>
                <a:path extrusionOk="0" h="2774950" w="9973310">
                  <a:moveTo>
                    <a:pt x="1505712" y="1091184"/>
                  </a:moveTo>
                  <a:lnTo>
                    <a:pt x="1411224" y="1091184"/>
                  </a:lnTo>
                  <a:lnTo>
                    <a:pt x="1411224" y="2774835"/>
                  </a:lnTo>
                  <a:lnTo>
                    <a:pt x="1505712" y="2774835"/>
                  </a:lnTo>
                  <a:lnTo>
                    <a:pt x="1505712" y="1091184"/>
                  </a:lnTo>
                  <a:close/>
                </a:path>
                <a:path extrusionOk="0" h="2774950" w="9973310">
                  <a:moveTo>
                    <a:pt x="1706880" y="1194816"/>
                  </a:moveTo>
                  <a:lnTo>
                    <a:pt x="1612392" y="1194816"/>
                  </a:lnTo>
                  <a:lnTo>
                    <a:pt x="1612392" y="2774835"/>
                  </a:lnTo>
                  <a:lnTo>
                    <a:pt x="1706880" y="2774835"/>
                  </a:lnTo>
                  <a:lnTo>
                    <a:pt x="1706880" y="1194816"/>
                  </a:lnTo>
                  <a:close/>
                </a:path>
                <a:path extrusionOk="0" h="2774950" w="9973310">
                  <a:moveTo>
                    <a:pt x="1908048" y="1222248"/>
                  </a:moveTo>
                  <a:lnTo>
                    <a:pt x="1813560" y="1222248"/>
                  </a:lnTo>
                  <a:lnTo>
                    <a:pt x="1813560" y="2774835"/>
                  </a:lnTo>
                  <a:lnTo>
                    <a:pt x="1908048" y="2774835"/>
                  </a:lnTo>
                  <a:lnTo>
                    <a:pt x="1908048" y="1222248"/>
                  </a:lnTo>
                  <a:close/>
                </a:path>
                <a:path extrusionOk="0" h="2774950" w="9973310">
                  <a:moveTo>
                    <a:pt x="2109216" y="1274064"/>
                  </a:moveTo>
                  <a:lnTo>
                    <a:pt x="2014728" y="1274064"/>
                  </a:lnTo>
                  <a:lnTo>
                    <a:pt x="2014728" y="2774835"/>
                  </a:lnTo>
                  <a:lnTo>
                    <a:pt x="2109216" y="2774835"/>
                  </a:lnTo>
                  <a:lnTo>
                    <a:pt x="2109216" y="1274064"/>
                  </a:lnTo>
                  <a:close/>
                </a:path>
                <a:path extrusionOk="0" h="2774950" w="9973310">
                  <a:moveTo>
                    <a:pt x="2310384" y="935736"/>
                  </a:moveTo>
                  <a:lnTo>
                    <a:pt x="2215896" y="935736"/>
                  </a:lnTo>
                  <a:lnTo>
                    <a:pt x="2215896" y="2774835"/>
                  </a:lnTo>
                  <a:lnTo>
                    <a:pt x="2310384" y="2774835"/>
                  </a:lnTo>
                  <a:lnTo>
                    <a:pt x="2310384" y="935736"/>
                  </a:lnTo>
                  <a:close/>
                </a:path>
                <a:path extrusionOk="0" h="2774950" w="9973310">
                  <a:moveTo>
                    <a:pt x="2514600" y="972312"/>
                  </a:moveTo>
                  <a:lnTo>
                    <a:pt x="2417064" y="972312"/>
                  </a:lnTo>
                  <a:lnTo>
                    <a:pt x="2417064" y="2774835"/>
                  </a:lnTo>
                  <a:lnTo>
                    <a:pt x="2514600" y="2774835"/>
                  </a:lnTo>
                  <a:lnTo>
                    <a:pt x="2514600" y="972312"/>
                  </a:lnTo>
                  <a:close/>
                </a:path>
                <a:path extrusionOk="0" h="2774950" w="9973310">
                  <a:moveTo>
                    <a:pt x="2715768" y="975360"/>
                  </a:moveTo>
                  <a:lnTo>
                    <a:pt x="2618232" y="975360"/>
                  </a:lnTo>
                  <a:lnTo>
                    <a:pt x="2618232" y="2774835"/>
                  </a:lnTo>
                  <a:lnTo>
                    <a:pt x="2715768" y="2774835"/>
                  </a:lnTo>
                  <a:lnTo>
                    <a:pt x="2715768" y="975360"/>
                  </a:lnTo>
                  <a:close/>
                </a:path>
                <a:path extrusionOk="0" h="2774950" w="9973310">
                  <a:moveTo>
                    <a:pt x="2916936" y="996696"/>
                  </a:moveTo>
                  <a:lnTo>
                    <a:pt x="2822448" y="996696"/>
                  </a:lnTo>
                  <a:lnTo>
                    <a:pt x="2822448" y="2774835"/>
                  </a:lnTo>
                  <a:lnTo>
                    <a:pt x="2916936" y="2774835"/>
                  </a:lnTo>
                  <a:lnTo>
                    <a:pt x="2916936" y="996696"/>
                  </a:lnTo>
                  <a:close/>
                </a:path>
                <a:path extrusionOk="0" h="2774950" w="9973310">
                  <a:moveTo>
                    <a:pt x="3118104" y="1005840"/>
                  </a:moveTo>
                  <a:lnTo>
                    <a:pt x="3023616" y="1005840"/>
                  </a:lnTo>
                  <a:lnTo>
                    <a:pt x="3023616" y="2774835"/>
                  </a:lnTo>
                  <a:lnTo>
                    <a:pt x="3118104" y="2774835"/>
                  </a:lnTo>
                  <a:lnTo>
                    <a:pt x="3118104" y="1005840"/>
                  </a:lnTo>
                  <a:close/>
                </a:path>
                <a:path extrusionOk="0" h="2774950" w="9973310">
                  <a:moveTo>
                    <a:pt x="3319272" y="1173480"/>
                  </a:moveTo>
                  <a:lnTo>
                    <a:pt x="3224784" y="1173480"/>
                  </a:lnTo>
                  <a:lnTo>
                    <a:pt x="3224784" y="2774835"/>
                  </a:lnTo>
                  <a:lnTo>
                    <a:pt x="3319272" y="2774835"/>
                  </a:lnTo>
                  <a:lnTo>
                    <a:pt x="3319272" y="1173480"/>
                  </a:lnTo>
                  <a:close/>
                </a:path>
                <a:path extrusionOk="0" h="2774950" w="9973310">
                  <a:moveTo>
                    <a:pt x="3520440" y="1188720"/>
                  </a:moveTo>
                  <a:lnTo>
                    <a:pt x="3425952" y="1188720"/>
                  </a:lnTo>
                  <a:lnTo>
                    <a:pt x="3425952" y="2774835"/>
                  </a:lnTo>
                  <a:lnTo>
                    <a:pt x="3520440" y="2774835"/>
                  </a:lnTo>
                  <a:lnTo>
                    <a:pt x="3520440" y="1188720"/>
                  </a:lnTo>
                  <a:close/>
                </a:path>
                <a:path extrusionOk="0" h="2774950" w="9973310">
                  <a:moveTo>
                    <a:pt x="3721608" y="1517904"/>
                  </a:moveTo>
                  <a:lnTo>
                    <a:pt x="3627120" y="1517904"/>
                  </a:lnTo>
                  <a:lnTo>
                    <a:pt x="3627120" y="2774835"/>
                  </a:lnTo>
                  <a:lnTo>
                    <a:pt x="3721608" y="2774835"/>
                  </a:lnTo>
                  <a:lnTo>
                    <a:pt x="3721608" y="1517904"/>
                  </a:lnTo>
                  <a:close/>
                </a:path>
                <a:path extrusionOk="0" h="2774950" w="9973310">
                  <a:moveTo>
                    <a:pt x="3925824" y="1566672"/>
                  </a:moveTo>
                  <a:lnTo>
                    <a:pt x="3828288" y="1566672"/>
                  </a:lnTo>
                  <a:lnTo>
                    <a:pt x="3828288" y="2774835"/>
                  </a:lnTo>
                  <a:lnTo>
                    <a:pt x="3925824" y="2774835"/>
                  </a:lnTo>
                  <a:lnTo>
                    <a:pt x="3925824" y="1566672"/>
                  </a:lnTo>
                  <a:close/>
                </a:path>
                <a:path extrusionOk="0" h="2774950" w="9973310">
                  <a:moveTo>
                    <a:pt x="4126992" y="0"/>
                  </a:moveTo>
                  <a:lnTo>
                    <a:pt x="4029456" y="0"/>
                  </a:lnTo>
                  <a:lnTo>
                    <a:pt x="4029456" y="2774835"/>
                  </a:lnTo>
                  <a:lnTo>
                    <a:pt x="4126992" y="2774835"/>
                  </a:lnTo>
                  <a:lnTo>
                    <a:pt x="4126992" y="0"/>
                  </a:lnTo>
                  <a:close/>
                </a:path>
                <a:path extrusionOk="0" h="2774950" w="9973310">
                  <a:moveTo>
                    <a:pt x="4328160" y="981456"/>
                  </a:moveTo>
                  <a:lnTo>
                    <a:pt x="4233672" y="981456"/>
                  </a:lnTo>
                  <a:lnTo>
                    <a:pt x="4233672" y="2774835"/>
                  </a:lnTo>
                  <a:lnTo>
                    <a:pt x="4328160" y="2774835"/>
                  </a:lnTo>
                  <a:lnTo>
                    <a:pt x="4328160" y="981456"/>
                  </a:lnTo>
                  <a:close/>
                </a:path>
                <a:path extrusionOk="0" h="2774950" w="9973310">
                  <a:moveTo>
                    <a:pt x="4529328" y="987552"/>
                  </a:moveTo>
                  <a:lnTo>
                    <a:pt x="4434840" y="987552"/>
                  </a:lnTo>
                  <a:lnTo>
                    <a:pt x="4434840" y="2774835"/>
                  </a:lnTo>
                  <a:lnTo>
                    <a:pt x="4529328" y="2774835"/>
                  </a:lnTo>
                  <a:lnTo>
                    <a:pt x="4529328" y="987552"/>
                  </a:lnTo>
                  <a:close/>
                </a:path>
                <a:path extrusionOk="0" h="2774950" w="9973310">
                  <a:moveTo>
                    <a:pt x="4730496" y="1048512"/>
                  </a:moveTo>
                  <a:lnTo>
                    <a:pt x="4636008" y="1048512"/>
                  </a:lnTo>
                  <a:lnTo>
                    <a:pt x="4636008" y="2774835"/>
                  </a:lnTo>
                  <a:lnTo>
                    <a:pt x="4730496" y="2774835"/>
                  </a:lnTo>
                  <a:lnTo>
                    <a:pt x="4730496" y="1048512"/>
                  </a:lnTo>
                  <a:close/>
                </a:path>
                <a:path extrusionOk="0" h="2774950" w="9973310">
                  <a:moveTo>
                    <a:pt x="4931664" y="1115568"/>
                  </a:moveTo>
                  <a:lnTo>
                    <a:pt x="4837176" y="1115568"/>
                  </a:lnTo>
                  <a:lnTo>
                    <a:pt x="4837176" y="2774835"/>
                  </a:lnTo>
                  <a:lnTo>
                    <a:pt x="4931664" y="2774835"/>
                  </a:lnTo>
                  <a:lnTo>
                    <a:pt x="4931664" y="1115568"/>
                  </a:lnTo>
                  <a:close/>
                </a:path>
                <a:path extrusionOk="0" h="2774950" w="9973310">
                  <a:moveTo>
                    <a:pt x="5132832" y="1155192"/>
                  </a:moveTo>
                  <a:lnTo>
                    <a:pt x="5038344" y="1155192"/>
                  </a:lnTo>
                  <a:lnTo>
                    <a:pt x="5038344" y="2774835"/>
                  </a:lnTo>
                  <a:lnTo>
                    <a:pt x="5132832" y="2774835"/>
                  </a:lnTo>
                  <a:lnTo>
                    <a:pt x="5132832" y="1155192"/>
                  </a:lnTo>
                  <a:close/>
                </a:path>
                <a:path extrusionOk="0" h="2774950" w="9973310">
                  <a:moveTo>
                    <a:pt x="5334000" y="1185672"/>
                  </a:moveTo>
                  <a:lnTo>
                    <a:pt x="5239512" y="1185672"/>
                  </a:lnTo>
                  <a:lnTo>
                    <a:pt x="5239512" y="2774835"/>
                  </a:lnTo>
                  <a:lnTo>
                    <a:pt x="5334000" y="2774835"/>
                  </a:lnTo>
                  <a:lnTo>
                    <a:pt x="5334000" y="1185672"/>
                  </a:lnTo>
                  <a:close/>
                </a:path>
                <a:path extrusionOk="0" h="2774950" w="9973310">
                  <a:moveTo>
                    <a:pt x="5538216" y="1780032"/>
                  </a:moveTo>
                  <a:lnTo>
                    <a:pt x="5440680" y="1780032"/>
                  </a:lnTo>
                  <a:lnTo>
                    <a:pt x="5440680" y="2774835"/>
                  </a:lnTo>
                  <a:lnTo>
                    <a:pt x="5538216" y="2774835"/>
                  </a:lnTo>
                  <a:lnTo>
                    <a:pt x="5538216" y="1780032"/>
                  </a:lnTo>
                  <a:close/>
                </a:path>
                <a:path extrusionOk="0" h="2774950" w="9973310">
                  <a:moveTo>
                    <a:pt x="5739384" y="606552"/>
                  </a:moveTo>
                  <a:lnTo>
                    <a:pt x="5644896" y="606552"/>
                  </a:lnTo>
                  <a:lnTo>
                    <a:pt x="5644896" y="2774835"/>
                  </a:lnTo>
                  <a:lnTo>
                    <a:pt x="5739384" y="2774835"/>
                  </a:lnTo>
                  <a:lnTo>
                    <a:pt x="5739384" y="606552"/>
                  </a:lnTo>
                  <a:close/>
                </a:path>
                <a:path extrusionOk="0" h="2774950" w="9973310">
                  <a:moveTo>
                    <a:pt x="5940552" y="746760"/>
                  </a:moveTo>
                  <a:lnTo>
                    <a:pt x="5846064" y="746760"/>
                  </a:lnTo>
                  <a:lnTo>
                    <a:pt x="5846064" y="2774835"/>
                  </a:lnTo>
                  <a:lnTo>
                    <a:pt x="5940552" y="2774835"/>
                  </a:lnTo>
                  <a:lnTo>
                    <a:pt x="5940552" y="746760"/>
                  </a:lnTo>
                  <a:close/>
                </a:path>
                <a:path extrusionOk="0" h="2774950" w="9973310">
                  <a:moveTo>
                    <a:pt x="6141720" y="1088136"/>
                  </a:moveTo>
                  <a:lnTo>
                    <a:pt x="6047232" y="1088136"/>
                  </a:lnTo>
                  <a:lnTo>
                    <a:pt x="6047232" y="2774835"/>
                  </a:lnTo>
                  <a:lnTo>
                    <a:pt x="6141720" y="2774835"/>
                  </a:lnTo>
                  <a:lnTo>
                    <a:pt x="6141720" y="1088136"/>
                  </a:lnTo>
                  <a:close/>
                </a:path>
                <a:path extrusionOk="0" h="2774950" w="9973310">
                  <a:moveTo>
                    <a:pt x="6342888" y="1188720"/>
                  </a:moveTo>
                  <a:lnTo>
                    <a:pt x="6248400" y="1188720"/>
                  </a:lnTo>
                  <a:lnTo>
                    <a:pt x="6248400" y="2774835"/>
                  </a:lnTo>
                  <a:lnTo>
                    <a:pt x="6342888" y="2774835"/>
                  </a:lnTo>
                  <a:lnTo>
                    <a:pt x="6342888" y="1188720"/>
                  </a:lnTo>
                  <a:close/>
                </a:path>
                <a:path extrusionOk="0" h="2774950" w="9973310">
                  <a:moveTo>
                    <a:pt x="6544056" y="1478280"/>
                  </a:moveTo>
                  <a:lnTo>
                    <a:pt x="6449568" y="1478280"/>
                  </a:lnTo>
                  <a:lnTo>
                    <a:pt x="6449568" y="2774835"/>
                  </a:lnTo>
                  <a:lnTo>
                    <a:pt x="6544056" y="2774835"/>
                  </a:lnTo>
                  <a:lnTo>
                    <a:pt x="6544056" y="1478280"/>
                  </a:lnTo>
                  <a:close/>
                </a:path>
                <a:path extrusionOk="0" h="2774950" w="9973310">
                  <a:moveTo>
                    <a:pt x="6745224" y="1743456"/>
                  </a:moveTo>
                  <a:lnTo>
                    <a:pt x="6650736" y="1743456"/>
                  </a:lnTo>
                  <a:lnTo>
                    <a:pt x="6650736" y="2774835"/>
                  </a:lnTo>
                  <a:lnTo>
                    <a:pt x="6745224" y="2774835"/>
                  </a:lnTo>
                  <a:lnTo>
                    <a:pt x="6745224" y="1743456"/>
                  </a:lnTo>
                  <a:close/>
                </a:path>
                <a:path extrusionOk="0" h="2774950" w="9973310">
                  <a:moveTo>
                    <a:pt x="6949440" y="2014728"/>
                  </a:moveTo>
                  <a:lnTo>
                    <a:pt x="6851904" y="2014728"/>
                  </a:lnTo>
                  <a:lnTo>
                    <a:pt x="6851904" y="2774835"/>
                  </a:lnTo>
                  <a:lnTo>
                    <a:pt x="6949440" y="2774835"/>
                  </a:lnTo>
                  <a:lnTo>
                    <a:pt x="6949440" y="2014728"/>
                  </a:lnTo>
                  <a:close/>
                </a:path>
                <a:path extrusionOk="0" h="2774950" w="9973310">
                  <a:moveTo>
                    <a:pt x="7150608" y="1170432"/>
                  </a:moveTo>
                  <a:lnTo>
                    <a:pt x="7056120" y="1170432"/>
                  </a:lnTo>
                  <a:lnTo>
                    <a:pt x="7056120" y="2774835"/>
                  </a:lnTo>
                  <a:lnTo>
                    <a:pt x="7150608" y="2774835"/>
                  </a:lnTo>
                  <a:lnTo>
                    <a:pt x="7150608" y="1170432"/>
                  </a:lnTo>
                  <a:close/>
                </a:path>
                <a:path extrusionOk="0" h="2774950" w="9973310">
                  <a:moveTo>
                    <a:pt x="7351776" y="1274064"/>
                  </a:moveTo>
                  <a:lnTo>
                    <a:pt x="7257288" y="1274064"/>
                  </a:lnTo>
                  <a:lnTo>
                    <a:pt x="7257288" y="2774835"/>
                  </a:lnTo>
                  <a:lnTo>
                    <a:pt x="7351776" y="2774835"/>
                  </a:lnTo>
                  <a:lnTo>
                    <a:pt x="7351776" y="1274064"/>
                  </a:lnTo>
                  <a:close/>
                </a:path>
                <a:path extrusionOk="0" h="2774950" w="9973310">
                  <a:moveTo>
                    <a:pt x="7552944" y="1383792"/>
                  </a:moveTo>
                  <a:lnTo>
                    <a:pt x="7458456" y="1383792"/>
                  </a:lnTo>
                  <a:lnTo>
                    <a:pt x="7458456" y="2774835"/>
                  </a:lnTo>
                  <a:lnTo>
                    <a:pt x="7552944" y="2774835"/>
                  </a:lnTo>
                  <a:lnTo>
                    <a:pt x="7552944" y="1383792"/>
                  </a:lnTo>
                  <a:close/>
                </a:path>
                <a:path extrusionOk="0" h="2774950" w="9973310">
                  <a:moveTo>
                    <a:pt x="7754112" y="1438656"/>
                  </a:moveTo>
                  <a:lnTo>
                    <a:pt x="7659624" y="1438656"/>
                  </a:lnTo>
                  <a:lnTo>
                    <a:pt x="7659624" y="2774835"/>
                  </a:lnTo>
                  <a:lnTo>
                    <a:pt x="7754112" y="2774835"/>
                  </a:lnTo>
                  <a:lnTo>
                    <a:pt x="7754112" y="1438656"/>
                  </a:lnTo>
                  <a:close/>
                </a:path>
                <a:path extrusionOk="0" h="2774950" w="9973310">
                  <a:moveTo>
                    <a:pt x="7955280" y="1673352"/>
                  </a:moveTo>
                  <a:lnTo>
                    <a:pt x="7860792" y="1673352"/>
                  </a:lnTo>
                  <a:lnTo>
                    <a:pt x="7860792" y="2774835"/>
                  </a:lnTo>
                  <a:lnTo>
                    <a:pt x="7955280" y="2774835"/>
                  </a:lnTo>
                  <a:lnTo>
                    <a:pt x="7955280" y="1673352"/>
                  </a:lnTo>
                  <a:close/>
                </a:path>
                <a:path extrusionOk="0" h="2774950" w="9973310">
                  <a:moveTo>
                    <a:pt x="8156448" y="1990344"/>
                  </a:moveTo>
                  <a:lnTo>
                    <a:pt x="8061960" y="1990344"/>
                  </a:lnTo>
                  <a:lnTo>
                    <a:pt x="8061960" y="2774835"/>
                  </a:lnTo>
                  <a:lnTo>
                    <a:pt x="8156448" y="2774835"/>
                  </a:lnTo>
                  <a:lnTo>
                    <a:pt x="8156448" y="1990344"/>
                  </a:lnTo>
                  <a:close/>
                </a:path>
                <a:path extrusionOk="0" h="2774950" w="9973310">
                  <a:moveTo>
                    <a:pt x="8360664" y="941844"/>
                  </a:moveTo>
                  <a:lnTo>
                    <a:pt x="8263128" y="941844"/>
                  </a:lnTo>
                  <a:lnTo>
                    <a:pt x="8263128" y="2774835"/>
                  </a:lnTo>
                  <a:lnTo>
                    <a:pt x="8360664" y="2774835"/>
                  </a:lnTo>
                  <a:lnTo>
                    <a:pt x="8360664" y="941844"/>
                  </a:lnTo>
                  <a:close/>
                </a:path>
                <a:path extrusionOk="0" h="2774950" w="9973310">
                  <a:moveTo>
                    <a:pt x="8561832" y="1039368"/>
                  </a:moveTo>
                  <a:lnTo>
                    <a:pt x="8467344" y="1039368"/>
                  </a:lnTo>
                  <a:lnTo>
                    <a:pt x="8467344" y="2774835"/>
                  </a:lnTo>
                  <a:lnTo>
                    <a:pt x="8561832" y="2774835"/>
                  </a:lnTo>
                  <a:lnTo>
                    <a:pt x="8561832" y="1039368"/>
                  </a:lnTo>
                  <a:close/>
                </a:path>
                <a:path extrusionOk="0" h="2774950" w="9973310">
                  <a:moveTo>
                    <a:pt x="8763000" y="1155192"/>
                  </a:moveTo>
                  <a:lnTo>
                    <a:pt x="8668512" y="1155192"/>
                  </a:lnTo>
                  <a:lnTo>
                    <a:pt x="8668512" y="2774835"/>
                  </a:lnTo>
                  <a:lnTo>
                    <a:pt x="8763000" y="2774835"/>
                  </a:lnTo>
                  <a:lnTo>
                    <a:pt x="8763000" y="1155192"/>
                  </a:lnTo>
                  <a:close/>
                </a:path>
                <a:path extrusionOk="0" h="2774950" w="9973310">
                  <a:moveTo>
                    <a:pt x="8964168" y="1322832"/>
                  </a:moveTo>
                  <a:lnTo>
                    <a:pt x="8869680" y="1322832"/>
                  </a:lnTo>
                  <a:lnTo>
                    <a:pt x="8869680" y="2774835"/>
                  </a:lnTo>
                  <a:lnTo>
                    <a:pt x="8964168" y="2774835"/>
                  </a:lnTo>
                  <a:lnTo>
                    <a:pt x="8964168" y="1322832"/>
                  </a:lnTo>
                  <a:close/>
                </a:path>
                <a:path extrusionOk="0" h="2774950" w="9973310">
                  <a:moveTo>
                    <a:pt x="9165336" y="1399032"/>
                  </a:moveTo>
                  <a:lnTo>
                    <a:pt x="9070848" y="1399032"/>
                  </a:lnTo>
                  <a:lnTo>
                    <a:pt x="9070848" y="2774835"/>
                  </a:lnTo>
                  <a:lnTo>
                    <a:pt x="9165336" y="2774835"/>
                  </a:lnTo>
                  <a:lnTo>
                    <a:pt x="9165336" y="1399032"/>
                  </a:lnTo>
                  <a:close/>
                </a:path>
                <a:path extrusionOk="0" h="2774950" w="9973310">
                  <a:moveTo>
                    <a:pt x="9366504" y="1591056"/>
                  </a:moveTo>
                  <a:lnTo>
                    <a:pt x="9272016" y="1591056"/>
                  </a:lnTo>
                  <a:lnTo>
                    <a:pt x="9272016" y="2774835"/>
                  </a:lnTo>
                  <a:lnTo>
                    <a:pt x="9366504" y="2774835"/>
                  </a:lnTo>
                  <a:lnTo>
                    <a:pt x="9366504" y="1591056"/>
                  </a:lnTo>
                  <a:close/>
                </a:path>
                <a:path extrusionOk="0" h="2774950" w="9973310">
                  <a:moveTo>
                    <a:pt x="9567672" y="1612392"/>
                  </a:moveTo>
                  <a:lnTo>
                    <a:pt x="9473184" y="1612392"/>
                  </a:lnTo>
                  <a:lnTo>
                    <a:pt x="9473184" y="2774835"/>
                  </a:lnTo>
                  <a:lnTo>
                    <a:pt x="9567672" y="2774835"/>
                  </a:lnTo>
                  <a:lnTo>
                    <a:pt x="9567672" y="1612392"/>
                  </a:lnTo>
                  <a:close/>
                </a:path>
                <a:path extrusionOk="0" h="2774950" w="9973310">
                  <a:moveTo>
                    <a:pt x="9771888" y="1621536"/>
                  </a:moveTo>
                  <a:lnTo>
                    <a:pt x="9674352" y="1621536"/>
                  </a:lnTo>
                  <a:lnTo>
                    <a:pt x="9674352" y="2774835"/>
                  </a:lnTo>
                  <a:lnTo>
                    <a:pt x="9771888" y="2774835"/>
                  </a:lnTo>
                  <a:lnTo>
                    <a:pt x="9771888" y="1621536"/>
                  </a:lnTo>
                  <a:close/>
                </a:path>
                <a:path extrusionOk="0" h="2774950" w="9973310">
                  <a:moveTo>
                    <a:pt x="9973056" y="1725168"/>
                  </a:moveTo>
                  <a:lnTo>
                    <a:pt x="9875520" y="1725168"/>
                  </a:lnTo>
                  <a:lnTo>
                    <a:pt x="9875520" y="2774835"/>
                  </a:lnTo>
                  <a:lnTo>
                    <a:pt x="9973056" y="2774835"/>
                  </a:lnTo>
                  <a:lnTo>
                    <a:pt x="9973056" y="1725168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8"/>
            <p:cNvSpPr/>
            <p:nvPr/>
          </p:nvSpPr>
          <p:spPr>
            <a:xfrm>
              <a:off x="1472818" y="5438781"/>
              <a:ext cx="10079990" cy="1092835"/>
            </a:xfrm>
            <a:custGeom>
              <a:rect b="b" l="l" r="r" t="t"/>
              <a:pathLst>
                <a:path extrusionOk="0" h="1092834" w="10079990">
                  <a:moveTo>
                    <a:pt x="0" y="0"/>
                  </a:moveTo>
                  <a:lnTo>
                    <a:pt x="10079608" y="1"/>
                  </a:lnTo>
                </a:path>
                <a:path extrusionOk="0" h="1092834" w="10079990">
                  <a:moveTo>
                    <a:pt x="0" y="0"/>
                  </a:moveTo>
                  <a:lnTo>
                    <a:pt x="0" y="1092562"/>
                  </a:lnTo>
                </a:path>
                <a:path extrusionOk="0" h="1092834" w="10079990">
                  <a:moveTo>
                    <a:pt x="2218309" y="0"/>
                  </a:moveTo>
                  <a:lnTo>
                    <a:pt x="2218309" y="1092562"/>
                  </a:lnTo>
                </a:path>
                <a:path extrusionOk="0" h="1092834" w="10079990">
                  <a:moveTo>
                    <a:pt x="4031869" y="0"/>
                  </a:moveTo>
                  <a:lnTo>
                    <a:pt x="4031869" y="1092562"/>
                  </a:lnTo>
                </a:path>
                <a:path extrusionOk="0" h="1092834" w="10079990">
                  <a:moveTo>
                    <a:pt x="5644261" y="0"/>
                  </a:moveTo>
                  <a:lnTo>
                    <a:pt x="5644261" y="1092562"/>
                  </a:lnTo>
                </a:path>
                <a:path extrusionOk="0" h="1092834" w="10079990">
                  <a:moveTo>
                    <a:pt x="7055485" y="0"/>
                  </a:moveTo>
                  <a:lnTo>
                    <a:pt x="7055485" y="1092562"/>
                  </a:lnTo>
                </a:path>
                <a:path extrusionOk="0" h="1092834" w="10079990">
                  <a:moveTo>
                    <a:pt x="8265541" y="0"/>
                  </a:moveTo>
                  <a:lnTo>
                    <a:pt x="8265541" y="1092562"/>
                  </a:lnTo>
                </a:path>
                <a:path extrusionOk="0" h="1092834" w="10079990">
                  <a:moveTo>
                    <a:pt x="10079608" y="0"/>
                  </a:moveTo>
                  <a:lnTo>
                    <a:pt x="10079608" y="1092562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8"/>
            <p:cNvSpPr/>
            <p:nvPr/>
          </p:nvSpPr>
          <p:spPr>
            <a:xfrm>
              <a:off x="1472818" y="6531343"/>
              <a:ext cx="10079990" cy="221615"/>
            </a:xfrm>
            <a:custGeom>
              <a:rect b="b" l="l" r="r" t="t"/>
              <a:pathLst>
                <a:path extrusionOk="0" h="221615" w="10079990">
                  <a:moveTo>
                    <a:pt x="0" y="0"/>
                  </a:moveTo>
                  <a:lnTo>
                    <a:pt x="0" y="221593"/>
                  </a:lnTo>
                </a:path>
                <a:path extrusionOk="0" h="221615" w="10079990">
                  <a:moveTo>
                    <a:pt x="2218309" y="0"/>
                  </a:moveTo>
                  <a:lnTo>
                    <a:pt x="2218309" y="221593"/>
                  </a:lnTo>
                </a:path>
                <a:path extrusionOk="0" h="221615" w="10079990">
                  <a:moveTo>
                    <a:pt x="4031869" y="0"/>
                  </a:moveTo>
                  <a:lnTo>
                    <a:pt x="4031869" y="221593"/>
                  </a:lnTo>
                </a:path>
                <a:path extrusionOk="0" h="221615" w="10079990">
                  <a:moveTo>
                    <a:pt x="5644261" y="0"/>
                  </a:moveTo>
                  <a:lnTo>
                    <a:pt x="5644261" y="221593"/>
                  </a:lnTo>
                </a:path>
                <a:path extrusionOk="0" h="221615" w="10079990">
                  <a:moveTo>
                    <a:pt x="7055485" y="0"/>
                  </a:moveTo>
                  <a:lnTo>
                    <a:pt x="7055485" y="221593"/>
                  </a:lnTo>
                </a:path>
                <a:path extrusionOk="0" h="221615" w="10079990">
                  <a:moveTo>
                    <a:pt x="8265541" y="0"/>
                  </a:moveTo>
                  <a:lnTo>
                    <a:pt x="8265541" y="221593"/>
                  </a:lnTo>
                </a:path>
                <a:path extrusionOk="0" h="221615" w="10079990">
                  <a:moveTo>
                    <a:pt x="10079608" y="0"/>
                  </a:moveTo>
                  <a:lnTo>
                    <a:pt x="10079608" y="221593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" name="Google Shape;356;p18"/>
          <p:cNvSpPr/>
          <p:nvPr/>
        </p:nvSpPr>
        <p:spPr>
          <a:xfrm>
            <a:off x="1472819" y="2587751"/>
            <a:ext cx="10079990" cy="0"/>
          </a:xfrm>
          <a:custGeom>
            <a:rect b="b" l="l" r="r" t="t"/>
            <a:pathLst>
              <a:path extrusionOk="0" h="120000" w="10079990">
                <a:moveTo>
                  <a:pt x="0" y="0"/>
                </a:moveTo>
                <a:lnTo>
                  <a:pt x="10079608" y="0"/>
                </a:lnTo>
              </a:path>
            </a:pathLst>
          </a:cu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1472819" y="2018842"/>
            <a:ext cx="10079990" cy="0"/>
          </a:xfrm>
          <a:custGeom>
            <a:rect b="b" l="l" r="r" t="t"/>
            <a:pathLst>
              <a:path extrusionOk="0" h="120000" w="10079990">
                <a:moveTo>
                  <a:pt x="0" y="0"/>
                </a:moveTo>
                <a:lnTo>
                  <a:pt x="10079608" y="0"/>
                </a:lnTo>
              </a:path>
            </a:pathLst>
          </a:cu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"/>
          <p:cNvSpPr txBox="1"/>
          <p:nvPr/>
        </p:nvSpPr>
        <p:spPr>
          <a:xfrm>
            <a:off x="1296225" y="5347208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 txBox="1"/>
          <p:nvPr/>
        </p:nvSpPr>
        <p:spPr>
          <a:xfrm>
            <a:off x="1180401" y="4777232"/>
            <a:ext cx="1981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 txBox="1"/>
          <p:nvPr/>
        </p:nvSpPr>
        <p:spPr>
          <a:xfrm>
            <a:off x="1093977" y="4207255"/>
            <a:ext cx="2927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1,000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 txBox="1"/>
          <p:nvPr/>
        </p:nvSpPr>
        <p:spPr>
          <a:xfrm>
            <a:off x="1093977" y="3637279"/>
            <a:ext cx="2927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1,500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 txBox="1"/>
          <p:nvPr/>
        </p:nvSpPr>
        <p:spPr>
          <a:xfrm>
            <a:off x="1093977" y="3067303"/>
            <a:ext cx="2927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2,000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 txBox="1"/>
          <p:nvPr/>
        </p:nvSpPr>
        <p:spPr>
          <a:xfrm>
            <a:off x="1093977" y="2497328"/>
            <a:ext cx="2927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2,500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 txBox="1"/>
          <p:nvPr/>
        </p:nvSpPr>
        <p:spPr>
          <a:xfrm>
            <a:off x="1093977" y="1927352"/>
            <a:ext cx="2927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3,000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 txBox="1"/>
          <p:nvPr/>
        </p:nvSpPr>
        <p:spPr>
          <a:xfrm rot="-5400000">
            <a:off x="5995604" y="991859"/>
            <a:ext cx="1045210" cy="1004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marR="76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Vadhana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5240" rtl="0" algn="r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Parthum Wan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118745" lvl="0" marL="466725" marR="5715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Bang Rak Khlong Toei Lat Phrao Bang Na Yan na wa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340995" lvl="0" marL="347980" marR="6985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Sathon Bang Kho laen Suanluang Phra Khanong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49860" lvl="0" marL="161925" marR="762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Pom Prap Sattru Phai Samphanthawong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6350" rtl="0" algn="r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Phaya Thai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377825" lvl="0" marL="399415" marR="762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Dusit Huai Khwang Phra Nakhon Ratchathewi Din Daeng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55244" lvl="0" marL="234950" marR="8255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Wang Thong Lang Thawi Watthana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139700" lvl="0" marL="426720" marR="508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Thon buri Bangkok Yai Chom Thong Khlong San Bangkok Noi Taling Chan Bang Phlat Rat Burana Bang Khae Bang Bon Thung khru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103505" lvl="0" marL="243840" marR="508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Phasi Charoen Bang Khun thain Nong Khaem Chatu Chak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06680" lvl="0" marL="518159" marR="9525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Don Mueang Bang Sue Bang Khen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335280" lvl="0" marL="421005" marR="762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Lak Si Sai Mai Khan Na Yao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34620" lvl="0" marL="414655" marR="889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Khlong Sam Wa Bueng Kum Saphan Sung Bang Kapi Pra Wet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45720" lvl="0" marL="506095" marR="11430" rtl="0" algn="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Lat Krabang Nong Chok Min Buri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 txBox="1"/>
          <p:nvPr/>
        </p:nvSpPr>
        <p:spPr>
          <a:xfrm>
            <a:off x="2213433" y="6590792"/>
            <a:ext cx="74104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South Bangkok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4196176" y="6590792"/>
            <a:ext cx="80454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Central Bangkok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5930158" y="6590792"/>
            <a:ext cx="7651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North Thonburi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7442384" y="6590792"/>
            <a:ext cx="76517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South Thonburi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 txBox="1"/>
          <p:nvPr/>
        </p:nvSpPr>
        <p:spPr>
          <a:xfrm>
            <a:off x="8764893" y="6590792"/>
            <a:ext cx="74104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North Bangkok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 txBox="1"/>
          <p:nvPr/>
        </p:nvSpPr>
        <p:spPr>
          <a:xfrm>
            <a:off x="10317315" y="6590792"/>
            <a:ext cx="65214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East Bangkok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/>
          <p:nvPr/>
        </p:nvSpPr>
        <p:spPr>
          <a:xfrm>
            <a:off x="3876546" y="2062988"/>
            <a:ext cx="52406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Avg Price Breakdown by Neighborhoods (Private room)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 txBox="1"/>
          <p:nvPr/>
        </p:nvSpPr>
        <p:spPr>
          <a:xfrm>
            <a:off x="10632993" y="3209035"/>
            <a:ext cx="9588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overall average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 txBox="1"/>
          <p:nvPr/>
        </p:nvSpPr>
        <p:spPr>
          <a:xfrm>
            <a:off x="1115567" y="1260490"/>
            <a:ext cx="7563484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Insight #9: Same goes for private room but with lower level of variation.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79" name="Google Shape;379;p19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CORRELATION WITH PRICE AND REVIEWS</a:t>
            </a:r>
            <a:endParaRPr/>
          </a:p>
        </p:txBody>
      </p:sp>
      <p:graphicFrame>
        <p:nvGraphicFramePr>
          <p:cNvPr id="380" name="Google Shape;380;p19"/>
          <p:cNvGraphicFramePr/>
          <p:nvPr/>
        </p:nvGraphicFramePr>
        <p:xfrm>
          <a:off x="2046375" y="26942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{E145C8C8-A39E-4A7E-B5B9-2740D2D3B551}</a:tableStyleId>
              </a:tblPr>
              <a:tblGrid>
                <a:gridCol w="1962150"/>
                <a:gridCol w="1929125"/>
                <a:gridCol w="349250"/>
                <a:gridCol w="1945650"/>
                <a:gridCol w="1895475"/>
              </a:tblGrid>
              <a:tr h="266075">
                <a:tc gridSpan="5">
                  <a:txBody>
                    <a:bodyPr/>
                    <a:lstStyle/>
                    <a:p>
                      <a:pPr indent="0" lvl="0" marL="190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Correlation Coefficient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6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71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reviews_per_month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accommodates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336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33655" rtl="0" algn="r">
                        <a:lnSpc>
                          <a:spcPct val="100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0.51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336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33655" rtl="0" algn="r">
                        <a:lnSpc>
                          <a:spcPct val="100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reviews_rating_score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bedrooms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accommodates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bathrooms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36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0.47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36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bedrooms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reviews_per_month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36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36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bathrooms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reviews_rating_score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-0.01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36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availability_365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longtitude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-0.02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365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latitute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longtitude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availability_365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-0.05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-0.05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latitude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minimum_nights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-0.14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-0.18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1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minimum_nights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4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1" name="Google Shape;381;p19"/>
          <p:cNvSpPr txBox="1"/>
          <p:nvPr/>
        </p:nvSpPr>
        <p:spPr>
          <a:xfrm>
            <a:off x="977021" y="1824554"/>
            <a:ext cx="9723120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Insight #11: Accommodates, bedrooms, and bathrooms have stronger correlation with price.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6481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0"/>
          <p:cNvSpPr txBox="1"/>
          <p:nvPr/>
        </p:nvSpPr>
        <p:spPr>
          <a:xfrm>
            <a:off x="722208" y="2314956"/>
            <a:ext cx="2691130" cy="2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FINDINGS:</a:t>
            </a:r>
            <a:endParaRPr sz="5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96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CORRELATION WITH PRICE</a:t>
            </a:r>
            <a:endParaRPr sz="5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88" name="Google Shape;388;p20"/>
          <p:cNvGrpSpPr/>
          <p:nvPr/>
        </p:nvGrpSpPr>
        <p:grpSpPr>
          <a:xfrm>
            <a:off x="5520357" y="1681277"/>
            <a:ext cx="2677619" cy="1679046"/>
            <a:chOff x="5520357" y="1681277"/>
            <a:chExt cx="2677619" cy="1679046"/>
          </a:xfrm>
        </p:grpSpPr>
        <p:sp>
          <p:nvSpPr>
            <p:cNvPr id="389" name="Google Shape;389;p20"/>
            <p:cNvSpPr/>
            <p:nvPr/>
          </p:nvSpPr>
          <p:spPr>
            <a:xfrm>
              <a:off x="5556614" y="1737359"/>
              <a:ext cx="2640965" cy="1530350"/>
            </a:xfrm>
            <a:custGeom>
              <a:rect b="b" l="l" r="r" t="t"/>
              <a:pathLst>
                <a:path extrusionOk="0" h="1530350" w="2640965">
                  <a:moveTo>
                    <a:pt x="0" y="1530096"/>
                  </a:moveTo>
                  <a:lnTo>
                    <a:pt x="2640919" y="1530096"/>
                  </a:lnTo>
                </a:path>
                <a:path extrusionOk="0" h="1530350" w="2640965">
                  <a:moveTo>
                    <a:pt x="0" y="1475232"/>
                  </a:moveTo>
                  <a:lnTo>
                    <a:pt x="2640919" y="1475232"/>
                  </a:lnTo>
                </a:path>
                <a:path extrusionOk="0" h="1530350" w="2640965">
                  <a:moveTo>
                    <a:pt x="0" y="1423416"/>
                  </a:moveTo>
                  <a:lnTo>
                    <a:pt x="2640919" y="1423416"/>
                  </a:lnTo>
                </a:path>
                <a:path extrusionOk="0" h="1530350" w="2640965">
                  <a:moveTo>
                    <a:pt x="0" y="1368552"/>
                  </a:moveTo>
                  <a:lnTo>
                    <a:pt x="2640919" y="1368552"/>
                  </a:lnTo>
                </a:path>
                <a:path extrusionOk="0" h="1530350" w="2640965">
                  <a:moveTo>
                    <a:pt x="0" y="1258824"/>
                  </a:moveTo>
                  <a:lnTo>
                    <a:pt x="2640919" y="1258824"/>
                  </a:lnTo>
                </a:path>
                <a:path extrusionOk="0" h="1530350" w="2640965">
                  <a:moveTo>
                    <a:pt x="0" y="1203960"/>
                  </a:moveTo>
                  <a:lnTo>
                    <a:pt x="2640919" y="1203960"/>
                  </a:lnTo>
                </a:path>
                <a:path extrusionOk="0" h="1530350" w="2640965">
                  <a:moveTo>
                    <a:pt x="0" y="1149096"/>
                  </a:moveTo>
                  <a:lnTo>
                    <a:pt x="2640919" y="1149096"/>
                  </a:lnTo>
                </a:path>
                <a:path extrusionOk="0" h="1530350" w="2640965">
                  <a:moveTo>
                    <a:pt x="0" y="1094232"/>
                  </a:moveTo>
                  <a:lnTo>
                    <a:pt x="2640919" y="1094232"/>
                  </a:lnTo>
                </a:path>
                <a:path extrusionOk="0" h="1530350" w="2640965">
                  <a:moveTo>
                    <a:pt x="0" y="984504"/>
                  </a:moveTo>
                  <a:lnTo>
                    <a:pt x="2640919" y="984504"/>
                  </a:lnTo>
                </a:path>
                <a:path extrusionOk="0" h="1530350" w="2640965">
                  <a:moveTo>
                    <a:pt x="0" y="929640"/>
                  </a:moveTo>
                  <a:lnTo>
                    <a:pt x="2640919" y="929640"/>
                  </a:lnTo>
                </a:path>
                <a:path extrusionOk="0" h="1530350" w="2640965">
                  <a:moveTo>
                    <a:pt x="0" y="874776"/>
                  </a:moveTo>
                  <a:lnTo>
                    <a:pt x="2640919" y="874776"/>
                  </a:lnTo>
                </a:path>
                <a:path extrusionOk="0" h="1530350" w="2640965">
                  <a:moveTo>
                    <a:pt x="0" y="819912"/>
                  </a:moveTo>
                  <a:lnTo>
                    <a:pt x="2640919" y="819912"/>
                  </a:lnTo>
                </a:path>
                <a:path extrusionOk="0" h="1530350" w="2640965">
                  <a:moveTo>
                    <a:pt x="0" y="710184"/>
                  </a:moveTo>
                  <a:lnTo>
                    <a:pt x="2640919" y="710184"/>
                  </a:lnTo>
                </a:path>
                <a:path extrusionOk="0" h="1530350" w="2640965">
                  <a:moveTo>
                    <a:pt x="0" y="655320"/>
                  </a:moveTo>
                  <a:lnTo>
                    <a:pt x="2640919" y="655320"/>
                  </a:lnTo>
                </a:path>
                <a:path extrusionOk="0" h="1530350" w="2640965">
                  <a:moveTo>
                    <a:pt x="0" y="600456"/>
                  </a:moveTo>
                  <a:lnTo>
                    <a:pt x="2640919" y="600456"/>
                  </a:lnTo>
                </a:path>
                <a:path extrusionOk="0" h="1530350" w="2640965">
                  <a:moveTo>
                    <a:pt x="0" y="545592"/>
                  </a:moveTo>
                  <a:lnTo>
                    <a:pt x="2640919" y="545592"/>
                  </a:lnTo>
                </a:path>
                <a:path extrusionOk="0" h="1530350" w="2640965">
                  <a:moveTo>
                    <a:pt x="0" y="435864"/>
                  </a:moveTo>
                  <a:lnTo>
                    <a:pt x="2640919" y="435864"/>
                  </a:lnTo>
                </a:path>
                <a:path extrusionOk="0" h="1530350" w="2640965">
                  <a:moveTo>
                    <a:pt x="0" y="381000"/>
                  </a:moveTo>
                  <a:lnTo>
                    <a:pt x="2640919" y="381000"/>
                  </a:lnTo>
                </a:path>
                <a:path extrusionOk="0" h="1530350" w="2640965">
                  <a:moveTo>
                    <a:pt x="0" y="326136"/>
                  </a:moveTo>
                  <a:lnTo>
                    <a:pt x="2640919" y="326136"/>
                  </a:lnTo>
                </a:path>
                <a:path extrusionOk="0" h="1530350" w="2640965">
                  <a:moveTo>
                    <a:pt x="0" y="271272"/>
                  </a:moveTo>
                  <a:lnTo>
                    <a:pt x="2640919" y="271272"/>
                  </a:lnTo>
                </a:path>
                <a:path extrusionOk="0" h="1530350" w="2640965">
                  <a:moveTo>
                    <a:pt x="0" y="161544"/>
                  </a:moveTo>
                  <a:lnTo>
                    <a:pt x="2640919" y="161544"/>
                  </a:lnTo>
                </a:path>
                <a:path extrusionOk="0" h="1530350" w="2640965">
                  <a:moveTo>
                    <a:pt x="0" y="106680"/>
                  </a:moveTo>
                  <a:lnTo>
                    <a:pt x="2640919" y="106680"/>
                  </a:lnTo>
                </a:path>
                <a:path extrusionOk="0" h="1530350" w="2640965">
                  <a:moveTo>
                    <a:pt x="0" y="54864"/>
                  </a:moveTo>
                  <a:lnTo>
                    <a:pt x="2640919" y="54864"/>
                  </a:lnTo>
                </a:path>
                <a:path extrusionOk="0" h="1530350" w="2640965">
                  <a:moveTo>
                    <a:pt x="0" y="0"/>
                  </a:moveTo>
                  <a:lnTo>
                    <a:pt x="2640919" y="0"/>
                  </a:lnTo>
                </a:path>
              </a:pathLst>
            </a:cu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0"/>
            <p:cNvSpPr/>
            <p:nvPr/>
          </p:nvSpPr>
          <p:spPr>
            <a:xfrm>
              <a:off x="5556614" y="1681277"/>
              <a:ext cx="2640965" cy="1370330"/>
            </a:xfrm>
            <a:custGeom>
              <a:rect b="b" l="l" r="r" t="t"/>
              <a:pathLst>
                <a:path extrusionOk="0" h="1370330" w="2640965">
                  <a:moveTo>
                    <a:pt x="0" y="1369770"/>
                  </a:moveTo>
                  <a:lnTo>
                    <a:pt x="2640919" y="1369770"/>
                  </a:lnTo>
                </a:path>
                <a:path extrusionOk="0" h="1370330" w="2640965">
                  <a:moveTo>
                    <a:pt x="0" y="1095450"/>
                  </a:moveTo>
                  <a:lnTo>
                    <a:pt x="2640919" y="1095450"/>
                  </a:lnTo>
                </a:path>
                <a:path extrusionOk="0" h="1370330" w="2640965">
                  <a:moveTo>
                    <a:pt x="0" y="821130"/>
                  </a:moveTo>
                  <a:lnTo>
                    <a:pt x="2640919" y="821130"/>
                  </a:lnTo>
                </a:path>
                <a:path extrusionOk="0" h="1370330" w="2640965">
                  <a:moveTo>
                    <a:pt x="0" y="546810"/>
                  </a:moveTo>
                  <a:lnTo>
                    <a:pt x="2640919" y="546810"/>
                  </a:lnTo>
                </a:path>
                <a:path extrusionOk="0" h="1370330" w="2640965">
                  <a:moveTo>
                    <a:pt x="0" y="272490"/>
                  </a:moveTo>
                  <a:lnTo>
                    <a:pt x="2640919" y="272490"/>
                  </a:lnTo>
                </a:path>
                <a:path extrusionOk="0" h="1370330" w="2640965">
                  <a:moveTo>
                    <a:pt x="0" y="0"/>
                  </a:moveTo>
                  <a:lnTo>
                    <a:pt x="2640919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5614415" y="1681277"/>
              <a:ext cx="2524125" cy="1642745"/>
            </a:xfrm>
            <a:custGeom>
              <a:rect b="b" l="l" r="r" t="t"/>
              <a:pathLst>
                <a:path extrusionOk="0" h="1642745" w="2524125">
                  <a:moveTo>
                    <a:pt x="0" y="0"/>
                  </a:moveTo>
                  <a:lnTo>
                    <a:pt x="0" y="1642215"/>
                  </a:lnTo>
                </a:path>
                <a:path extrusionOk="0" h="1642745" w="2524125">
                  <a:moveTo>
                    <a:pt x="60960" y="0"/>
                  </a:moveTo>
                  <a:lnTo>
                    <a:pt x="60960" y="1642215"/>
                  </a:lnTo>
                </a:path>
                <a:path extrusionOk="0" h="1642745" w="2524125">
                  <a:moveTo>
                    <a:pt x="118872" y="0"/>
                  </a:moveTo>
                  <a:lnTo>
                    <a:pt x="118872" y="1642215"/>
                  </a:lnTo>
                </a:path>
                <a:path extrusionOk="0" h="1642745" w="2524125">
                  <a:moveTo>
                    <a:pt x="176784" y="0"/>
                  </a:moveTo>
                  <a:lnTo>
                    <a:pt x="176784" y="1642215"/>
                  </a:lnTo>
                </a:path>
                <a:path extrusionOk="0" h="1642745" w="2524125">
                  <a:moveTo>
                    <a:pt x="295656" y="0"/>
                  </a:moveTo>
                  <a:lnTo>
                    <a:pt x="295656" y="1642215"/>
                  </a:lnTo>
                </a:path>
                <a:path extrusionOk="0" h="1642745" w="2524125">
                  <a:moveTo>
                    <a:pt x="353568" y="0"/>
                  </a:moveTo>
                  <a:lnTo>
                    <a:pt x="353568" y="1642215"/>
                  </a:lnTo>
                </a:path>
                <a:path extrusionOk="0" h="1642745" w="2524125">
                  <a:moveTo>
                    <a:pt x="411480" y="0"/>
                  </a:moveTo>
                  <a:lnTo>
                    <a:pt x="411480" y="1642215"/>
                  </a:lnTo>
                </a:path>
                <a:path extrusionOk="0" h="1642745" w="2524125">
                  <a:moveTo>
                    <a:pt x="469392" y="0"/>
                  </a:moveTo>
                  <a:lnTo>
                    <a:pt x="469392" y="1642215"/>
                  </a:lnTo>
                </a:path>
                <a:path extrusionOk="0" h="1642745" w="2524125">
                  <a:moveTo>
                    <a:pt x="588264" y="0"/>
                  </a:moveTo>
                  <a:lnTo>
                    <a:pt x="588264" y="1642215"/>
                  </a:lnTo>
                </a:path>
                <a:path extrusionOk="0" h="1642745" w="2524125">
                  <a:moveTo>
                    <a:pt x="646176" y="0"/>
                  </a:moveTo>
                  <a:lnTo>
                    <a:pt x="646176" y="1642215"/>
                  </a:lnTo>
                </a:path>
                <a:path extrusionOk="0" h="1642745" w="2524125">
                  <a:moveTo>
                    <a:pt x="704088" y="0"/>
                  </a:moveTo>
                  <a:lnTo>
                    <a:pt x="704088" y="1642215"/>
                  </a:lnTo>
                </a:path>
                <a:path extrusionOk="0" h="1642745" w="2524125">
                  <a:moveTo>
                    <a:pt x="765048" y="0"/>
                  </a:moveTo>
                  <a:lnTo>
                    <a:pt x="765048" y="1642215"/>
                  </a:lnTo>
                </a:path>
                <a:path extrusionOk="0" h="1642745" w="2524125">
                  <a:moveTo>
                    <a:pt x="880872" y="0"/>
                  </a:moveTo>
                  <a:lnTo>
                    <a:pt x="880872" y="1642215"/>
                  </a:lnTo>
                </a:path>
                <a:path extrusionOk="0" h="1642745" w="2524125">
                  <a:moveTo>
                    <a:pt x="938784" y="0"/>
                  </a:moveTo>
                  <a:lnTo>
                    <a:pt x="938784" y="1642215"/>
                  </a:lnTo>
                </a:path>
                <a:path extrusionOk="0" h="1642745" w="2524125">
                  <a:moveTo>
                    <a:pt x="999744" y="0"/>
                  </a:moveTo>
                  <a:lnTo>
                    <a:pt x="999744" y="1642215"/>
                  </a:lnTo>
                </a:path>
                <a:path extrusionOk="0" h="1642745" w="2524125">
                  <a:moveTo>
                    <a:pt x="1057656" y="0"/>
                  </a:moveTo>
                  <a:lnTo>
                    <a:pt x="1057656" y="1642215"/>
                  </a:lnTo>
                </a:path>
                <a:path extrusionOk="0" h="1642745" w="2524125">
                  <a:moveTo>
                    <a:pt x="1173480" y="0"/>
                  </a:moveTo>
                  <a:lnTo>
                    <a:pt x="1173480" y="1642215"/>
                  </a:lnTo>
                </a:path>
                <a:path extrusionOk="0" h="1642745" w="2524125">
                  <a:moveTo>
                    <a:pt x="1234440" y="0"/>
                  </a:moveTo>
                  <a:lnTo>
                    <a:pt x="1234440" y="1642215"/>
                  </a:lnTo>
                </a:path>
                <a:path extrusionOk="0" h="1642745" w="2524125">
                  <a:moveTo>
                    <a:pt x="1292352" y="0"/>
                  </a:moveTo>
                  <a:lnTo>
                    <a:pt x="1292352" y="1642215"/>
                  </a:lnTo>
                </a:path>
                <a:path extrusionOk="0" h="1642745" w="2524125">
                  <a:moveTo>
                    <a:pt x="1350264" y="0"/>
                  </a:moveTo>
                  <a:lnTo>
                    <a:pt x="1350264" y="1642215"/>
                  </a:lnTo>
                </a:path>
                <a:path extrusionOk="0" h="1642745" w="2524125">
                  <a:moveTo>
                    <a:pt x="1469136" y="0"/>
                  </a:moveTo>
                  <a:lnTo>
                    <a:pt x="1469136" y="1642215"/>
                  </a:lnTo>
                </a:path>
                <a:path extrusionOk="0" h="1642745" w="2524125">
                  <a:moveTo>
                    <a:pt x="1527048" y="0"/>
                  </a:moveTo>
                  <a:lnTo>
                    <a:pt x="1527048" y="1642215"/>
                  </a:lnTo>
                </a:path>
                <a:path extrusionOk="0" h="1642745" w="2524125">
                  <a:moveTo>
                    <a:pt x="1584960" y="0"/>
                  </a:moveTo>
                  <a:lnTo>
                    <a:pt x="1584960" y="1642215"/>
                  </a:lnTo>
                </a:path>
                <a:path extrusionOk="0" h="1642745" w="2524125">
                  <a:moveTo>
                    <a:pt x="1642872" y="0"/>
                  </a:moveTo>
                  <a:lnTo>
                    <a:pt x="1642872" y="1642215"/>
                  </a:lnTo>
                </a:path>
                <a:path extrusionOk="0" h="1642745" w="2524125">
                  <a:moveTo>
                    <a:pt x="1761744" y="0"/>
                  </a:moveTo>
                  <a:lnTo>
                    <a:pt x="1761744" y="1642215"/>
                  </a:lnTo>
                </a:path>
                <a:path extrusionOk="0" h="1642745" w="2524125">
                  <a:moveTo>
                    <a:pt x="1819656" y="0"/>
                  </a:moveTo>
                  <a:lnTo>
                    <a:pt x="1819656" y="1642215"/>
                  </a:lnTo>
                </a:path>
                <a:path extrusionOk="0" h="1642745" w="2524125">
                  <a:moveTo>
                    <a:pt x="1877568" y="0"/>
                  </a:moveTo>
                  <a:lnTo>
                    <a:pt x="1877568" y="1642215"/>
                  </a:lnTo>
                </a:path>
                <a:path extrusionOk="0" h="1642745" w="2524125">
                  <a:moveTo>
                    <a:pt x="1938528" y="0"/>
                  </a:moveTo>
                  <a:lnTo>
                    <a:pt x="1938528" y="1642215"/>
                  </a:lnTo>
                </a:path>
                <a:path extrusionOk="0" h="1642745" w="2524125">
                  <a:moveTo>
                    <a:pt x="2054352" y="0"/>
                  </a:moveTo>
                  <a:lnTo>
                    <a:pt x="2054352" y="1642215"/>
                  </a:lnTo>
                </a:path>
                <a:path extrusionOk="0" h="1642745" w="2524125">
                  <a:moveTo>
                    <a:pt x="2112264" y="0"/>
                  </a:moveTo>
                  <a:lnTo>
                    <a:pt x="2112264" y="1642215"/>
                  </a:lnTo>
                </a:path>
                <a:path extrusionOk="0" h="1642745" w="2524125">
                  <a:moveTo>
                    <a:pt x="2173224" y="0"/>
                  </a:moveTo>
                  <a:lnTo>
                    <a:pt x="2173224" y="1642215"/>
                  </a:lnTo>
                </a:path>
                <a:path extrusionOk="0" h="1642745" w="2524125">
                  <a:moveTo>
                    <a:pt x="2231136" y="0"/>
                  </a:moveTo>
                  <a:lnTo>
                    <a:pt x="2231136" y="1642215"/>
                  </a:lnTo>
                </a:path>
                <a:path extrusionOk="0" h="1642745" w="2524125">
                  <a:moveTo>
                    <a:pt x="2346960" y="0"/>
                  </a:moveTo>
                  <a:lnTo>
                    <a:pt x="2346960" y="1642215"/>
                  </a:lnTo>
                </a:path>
                <a:path extrusionOk="0" h="1642745" w="2524125">
                  <a:moveTo>
                    <a:pt x="2407920" y="0"/>
                  </a:moveTo>
                  <a:lnTo>
                    <a:pt x="2407920" y="1642215"/>
                  </a:lnTo>
                </a:path>
                <a:path extrusionOk="0" h="1642745" w="2524125">
                  <a:moveTo>
                    <a:pt x="2465832" y="0"/>
                  </a:moveTo>
                  <a:lnTo>
                    <a:pt x="2465832" y="1642215"/>
                  </a:lnTo>
                </a:path>
                <a:path extrusionOk="0" h="1642745" w="2524125">
                  <a:moveTo>
                    <a:pt x="2523744" y="0"/>
                  </a:moveTo>
                  <a:lnTo>
                    <a:pt x="2523744" y="1642215"/>
                  </a:lnTo>
                </a:path>
              </a:pathLst>
            </a:cu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0"/>
            <p:cNvSpPr/>
            <p:nvPr/>
          </p:nvSpPr>
          <p:spPr>
            <a:xfrm>
              <a:off x="5849111" y="1681277"/>
              <a:ext cx="2348865" cy="1642745"/>
            </a:xfrm>
            <a:custGeom>
              <a:rect b="b" l="l" r="r" t="t"/>
              <a:pathLst>
                <a:path extrusionOk="0" h="1642745" w="2348865">
                  <a:moveTo>
                    <a:pt x="0" y="0"/>
                  </a:moveTo>
                  <a:lnTo>
                    <a:pt x="0" y="1642215"/>
                  </a:lnTo>
                </a:path>
                <a:path extrusionOk="0" h="1642745" w="2348865">
                  <a:moveTo>
                    <a:pt x="295656" y="0"/>
                  </a:moveTo>
                  <a:lnTo>
                    <a:pt x="295656" y="1642215"/>
                  </a:lnTo>
                </a:path>
                <a:path extrusionOk="0" h="1642745" w="2348865">
                  <a:moveTo>
                    <a:pt x="588264" y="0"/>
                  </a:moveTo>
                  <a:lnTo>
                    <a:pt x="588264" y="1642215"/>
                  </a:lnTo>
                </a:path>
                <a:path extrusionOk="0" h="1642745" w="2348865">
                  <a:moveTo>
                    <a:pt x="880872" y="0"/>
                  </a:moveTo>
                  <a:lnTo>
                    <a:pt x="880872" y="1642215"/>
                  </a:lnTo>
                </a:path>
                <a:path extrusionOk="0" h="1642745" w="2348865">
                  <a:moveTo>
                    <a:pt x="1173480" y="0"/>
                  </a:moveTo>
                  <a:lnTo>
                    <a:pt x="1173480" y="1642215"/>
                  </a:lnTo>
                </a:path>
                <a:path extrusionOk="0" h="1642745" w="2348865">
                  <a:moveTo>
                    <a:pt x="1469136" y="0"/>
                  </a:moveTo>
                  <a:lnTo>
                    <a:pt x="1469136" y="1642215"/>
                  </a:lnTo>
                </a:path>
                <a:path extrusionOk="0" h="1642745" w="2348865">
                  <a:moveTo>
                    <a:pt x="1761744" y="0"/>
                  </a:moveTo>
                  <a:lnTo>
                    <a:pt x="1761744" y="1642215"/>
                  </a:lnTo>
                </a:path>
                <a:path extrusionOk="0" h="1642745" w="2348865">
                  <a:moveTo>
                    <a:pt x="2054352" y="0"/>
                  </a:moveTo>
                  <a:lnTo>
                    <a:pt x="2054352" y="1642215"/>
                  </a:lnTo>
                </a:path>
                <a:path extrusionOk="0" h="1642745" w="2348865">
                  <a:moveTo>
                    <a:pt x="2348422" y="0"/>
                  </a:moveTo>
                  <a:lnTo>
                    <a:pt x="2348422" y="1642215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0"/>
            <p:cNvSpPr/>
            <p:nvPr/>
          </p:nvSpPr>
          <p:spPr>
            <a:xfrm>
              <a:off x="5556614" y="1681278"/>
              <a:ext cx="0" cy="1642745"/>
            </a:xfrm>
            <a:custGeom>
              <a:rect b="b" l="l" r="r" t="t"/>
              <a:pathLst>
                <a:path extrusionOk="0" h="1642745" w="120000">
                  <a:moveTo>
                    <a:pt x="0" y="164221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0"/>
            <p:cNvSpPr/>
            <p:nvPr/>
          </p:nvSpPr>
          <p:spPr>
            <a:xfrm>
              <a:off x="5520357" y="1681277"/>
              <a:ext cx="36830" cy="1642745"/>
            </a:xfrm>
            <a:custGeom>
              <a:rect b="b" l="l" r="r" t="t"/>
              <a:pathLst>
                <a:path extrusionOk="0" h="1642745" w="36829">
                  <a:moveTo>
                    <a:pt x="0" y="1642215"/>
                  </a:moveTo>
                  <a:lnTo>
                    <a:pt x="36258" y="1642215"/>
                  </a:lnTo>
                </a:path>
                <a:path extrusionOk="0" h="1642745" w="36829">
                  <a:moveTo>
                    <a:pt x="0" y="1369770"/>
                  </a:moveTo>
                  <a:lnTo>
                    <a:pt x="36258" y="1369770"/>
                  </a:lnTo>
                </a:path>
                <a:path extrusionOk="0" h="1642745" w="36829">
                  <a:moveTo>
                    <a:pt x="0" y="1095450"/>
                  </a:moveTo>
                  <a:lnTo>
                    <a:pt x="36258" y="1095450"/>
                  </a:lnTo>
                </a:path>
                <a:path extrusionOk="0" h="1642745" w="36829">
                  <a:moveTo>
                    <a:pt x="0" y="821130"/>
                  </a:moveTo>
                  <a:lnTo>
                    <a:pt x="36258" y="821130"/>
                  </a:lnTo>
                </a:path>
                <a:path extrusionOk="0" h="1642745" w="36829">
                  <a:moveTo>
                    <a:pt x="0" y="546810"/>
                  </a:moveTo>
                  <a:lnTo>
                    <a:pt x="36258" y="546810"/>
                  </a:lnTo>
                </a:path>
                <a:path extrusionOk="0" h="1642745" w="36829">
                  <a:moveTo>
                    <a:pt x="0" y="272490"/>
                  </a:moveTo>
                  <a:lnTo>
                    <a:pt x="36258" y="272490"/>
                  </a:lnTo>
                </a:path>
                <a:path extrusionOk="0" h="1642745" w="36829">
                  <a:moveTo>
                    <a:pt x="0" y="0"/>
                  </a:moveTo>
                  <a:lnTo>
                    <a:pt x="36258" y="0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0"/>
            <p:cNvSpPr/>
            <p:nvPr/>
          </p:nvSpPr>
          <p:spPr>
            <a:xfrm>
              <a:off x="5556614" y="3323493"/>
              <a:ext cx="2640965" cy="36830"/>
            </a:xfrm>
            <a:custGeom>
              <a:rect b="b" l="l" r="r" t="t"/>
              <a:pathLst>
                <a:path extrusionOk="0" h="36829" w="2640965">
                  <a:moveTo>
                    <a:pt x="0" y="0"/>
                  </a:moveTo>
                  <a:lnTo>
                    <a:pt x="2640919" y="1"/>
                  </a:lnTo>
                </a:path>
                <a:path extrusionOk="0" h="36829" w="2640965">
                  <a:moveTo>
                    <a:pt x="0" y="0"/>
                  </a:moveTo>
                  <a:lnTo>
                    <a:pt x="0" y="36258"/>
                  </a:lnTo>
                </a:path>
                <a:path extrusionOk="0" h="36829" w="2640965">
                  <a:moveTo>
                    <a:pt x="292497" y="0"/>
                  </a:moveTo>
                  <a:lnTo>
                    <a:pt x="292497" y="36258"/>
                  </a:lnTo>
                </a:path>
                <a:path extrusionOk="0" h="36829" w="2640965">
                  <a:moveTo>
                    <a:pt x="588153" y="0"/>
                  </a:moveTo>
                  <a:lnTo>
                    <a:pt x="588153" y="36258"/>
                  </a:lnTo>
                </a:path>
                <a:path extrusionOk="0" h="36829" w="2640965">
                  <a:moveTo>
                    <a:pt x="880761" y="0"/>
                  </a:moveTo>
                  <a:lnTo>
                    <a:pt x="880761" y="36258"/>
                  </a:lnTo>
                </a:path>
                <a:path extrusionOk="0" h="36829" w="2640965">
                  <a:moveTo>
                    <a:pt x="1173369" y="0"/>
                  </a:moveTo>
                  <a:lnTo>
                    <a:pt x="1173369" y="36258"/>
                  </a:lnTo>
                </a:path>
                <a:path extrusionOk="0" h="36829" w="2640965">
                  <a:moveTo>
                    <a:pt x="1465977" y="0"/>
                  </a:moveTo>
                  <a:lnTo>
                    <a:pt x="1465977" y="36258"/>
                  </a:lnTo>
                </a:path>
                <a:path extrusionOk="0" h="36829" w="2640965">
                  <a:moveTo>
                    <a:pt x="1761633" y="0"/>
                  </a:moveTo>
                  <a:lnTo>
                    <a:pt x="1761633" y="36258"/>
                  </a:lnTo>
                </a:path>
                <a:path extrusionOk="0" h="36829" w="2640965">
                  <a:moveTo>
                    <a:pt x="2054241" y="0"/>
                  </a:moveTo>
                  <a:lnTo>
                    <a:pt x="2054241" y="36258"/>
                  </a:lnTo>
                </a:path>
                <a:path extrusionOk="0" h="36829" w="2640965">
                  <a:moveTo>
                    <a:pt x="2346849" y="0"/>
                  </a:moveTo>
                  <a:lnTo>
                    <a:pt x="2346849" y="36258"/>
                  </a:lnTo>
                </a:path>
                <a:path extrusionOk="0" h="36829" w="2640965">
                  <a:moveTo>
                    <a:pt x="2640919" y="0"/>
                  </a:moveTo>
                  <a:lnTo>
                    <a:pt x="2640919" y="36258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96" name="Google Shape;396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68248" y="2926068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14552" y="2926068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60856" y="2859012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07160" y="2697468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53464" y="254811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99768" y="2438388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46072" y="2450580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95424" y="2170164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41728" y="216711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88032" y="201471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134336" y="198423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80640" y="1950708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" name="Google Shape;40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26944" y="202995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73248" y="2033004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22600" y="1911084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68904" y="192327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2" name="Google Shape;412;p20"/>
            <p:cNvSpPr/>
            <p:nvPr/>
          </p:nvSpPr>
          <p:spPr>
            <a:xfrm>
              <a:off x="5839551" y="1943131"/>
              <a:ext cx="2069464" cy="1029335"/>
            </a:xfrm>
            <a:custGeom>
              <a:rect b="b" l="l" r="r" t="t"/>
              <a:pathLst>
                <a:path extrusionOk="0" h="1029335" w="2069465">
                  <a:moveTo>
                    <a:pt x="13378" y="1007731"/>
                  </a:moveTo>
                  <a:lnTo>
                    <a:pt x="3136" y="1010220"/>
                  </a:lnTo>
                  <a:lnTo>
                    <a:pt x="0" y="1015371"/>
                  </a:lnTo>
                  <a:lnTo>
                    <a:pt x="2485" y="1025594"/>
                  </a:lnTo>
                  <a:lnTo>
                    <a:pt x="7636" y="1028731"/>
                  </a:lnTo>
                  <a:lnTo>
                    <a:pt x="17877" y="1026241"/>
                  </a:lnTo>
                  <a:lnTo>
                    <a:pt x="21014" y="1021090"/>
                  </a:lnTo>
                  <a:lnTo>
                    <a:pt x="18529" y="1010866"/>
                  </a:lnTo>
                  <a:lnTo>
                    <a:pt x="13378" y="1007731"/>
                  </a:lnTo>
                  <a:close/>
                </a:path>
                <a:path extrusionOk="0" h="1029335" w="2069465">
                  <a:moveTo>
                    <a:pt x="50421" y="998739"/>
                  </a:moveTo>
                  <a:lnTo>
                    <a:pt x="40180" y="1001228"/>
                  </a:lnTo>
                  <a:lnTo>
                    <a:pt x="37043" y="1006379"/>
                  </a:lnTo>
                  <a:lnTo>
                    <a:pt x="39528" y="1016603"/>
                  </a:lnTo>
                  <a:lnTo>
                    <a:pt x="44679" y="1019740"/>
                  </a:lnTo>
                  <a:lnTo>
                    <a:pt x="54922" y="1017249"/>
                  </a:lnTo>
                  <a:lnTo>
                    <a:pt x="58058" y="1012098"/>
                  </a:lnTo>
                  <a:lnTo>
                    <a:pt x="55572" y="1001875"/>
                  </a:lnTo>
                  <a:lnTo>
                    <a:pt x="50421" y="998739"/>
                  </a:lnTo>
                  <a:close/>
                </a:path>
                <a:path extrusionOk="0" h="1029335" w="2069465">
                  <a:moveTo>
                    <a:pt x="87466" y="989747"/>
                  </a:moveTo>
                  <a:lnTo>
                    <a:pt x="77223" y="992237"/>
                  </a:lnTo>
                  <a:lnTo>
                    <a:pt x="74086" y="997388"/>
                  </a:lnTo>
                  <a:lnTo>
                    <a:pt x="76572" y="1007611"/>
                  </a:lnTo>
                  <a:lnTo>
                    <a:pt x="81723" y="1010747"/>
                  </a:lnTo>
                  <a:lnTo>
                    <a:pt x="91964" y="1008258"/>
                  </a:lnTo>
                  <a:lnTo>
                    <a:pt x="95101" y="1003108"/>
                  </a:lnTo>
                  <a:lnTo>
                    <a:pt x="92617" y="992884"/>
                  </a:lnTo>
                  <a:lnTo>
                    <a:pt x="87466" y="989747"/>
                  </a:lnTo>
                  <a:close/>
                </a:path>
                <a:path extrusionOk="0" h="1029335" w="2069465">
                  <a:moveTo>
                    <a:pt x="124509" y="980756"/>
                  </a:moveTo>
                  <a:lnTo>
                    <a:pt x="114266" y="983245"/>
                  </a:lnTo>
                  <a:lnTo>
                    <a:pt x="111130" y="988396"/>
                  </a:lnTo>
                  <a:lnTo>
                    <a:pt x="113615" y="998620"/>
                  </a:lnTo>
                  <a:lnTo>
                    <a:pt x="118766" y="1001755"/>
                  </a:lnTo>
                  <a:lnTo>
                    <a:pt x="129007" y="999266"/>
                  </a:lnTo>
                  <a:lnTo>
                    <a:pt x="132144" y="994116"/>
                  </a:lnTo>
                  <a:lnTo>
                    <a:pt x="129660" y="983893"/>
                  </a:lnTo>
                  <a:lnTo>
                    <a:pt x="124509" y="980756"/>
                  </a:lnTo>
                  <a:close/>
                </a:path>
                <a:path extrusionOk="0" h="1029335" w="2069465">
                  <a:moveTo>
                    <a:pt x="156634" y="970426"/>
                  </a:moveTo>
                  <a:lnTo>
                    <a:pt x="148228" y="976783"/>
                  </a:lnTo>
                  <a:lnTo>
                    <a:pt x="147400" y="982757"/>
                  </a:lnTo>
                  <a:lnTo>
                    <a:pt x="153747" y="991148"/>
                  </a:lnTo>
                  <a:lnTo>
                    <a:pt x="159720" y="991976"/>
                  </a:lnTo>
                  <a:lnTo>
                    <a:pt x="168126" y="985619"/>
                  </a:lnTo>
                  <a:lnTo>
                    <a:pt x="168955" y="979644"/>
                  </a:lnTo>
                  <a:lnTo>
                    <a:pt x="162608" y="971254"/>
                  </a:lnTo>
                  <a:lnTo>
                    <a:pt x="156634" y="970426"/>
                  </a:lnTo>
                  <a:close/>
                </a:path>
                <a:path extrusionOk="0" h="1029335" w="2069465">
                  <a:moveTo>
                    <a:pt x="187054" y="947455"/>
                  </a:moveTo>
                  <a:lnTo>
                    <a:pt x="178648" y="953813"/>
                  </a:lnTo>
                  <a:lnTo>
                    <a:pt x="177820" y="959787"/>
                  </a:lnTo>
                  <a:lnTo>
                    <a:pt x="184167" y="968178"/>
                  </a:lnTo>
                  <a:lnTo>
                    <a:pt x="190141" y="969006"/>
                  </a:lnTo>
                  <a:lnTo>
                    <a:pt x="198547" y="962648"/>
                  </a:lnTo>
                  <a:lnTo>
                    <a:pt x="199376" y="956674"/>
                  </a:lnTo>
                  <a:lnTo>
                    <a:pt x="193028" y="948283"/>
                  </a:lnTo>
                  <a:lnTo>
                    <a:pt x="187054" y="947455"/>
                  </a:lnTo>
                  <a:close/>
                </a:path>
                <a:path extrusionOk="0" h="1029335" w="2069465">
                  <a:moveTo>
                    <a:pt x="217476" y="924483"/>
                  </a:moveTo>
                  <a:lnTo>
                    <a:pt x="209069" y="930842"/>
                  </a:lnTo>
                  <a:lnTo>
                    <a:pt x="208240" y="936816"/>
                  </a:lnTo>
                  <a:lnTo>
                    <a:pt x="214588" y="945207"/>
                  </a:lnTo>
                  <a:lnTo>
                    <a:pt x="220562" y="946035"/>
                  </a:lnTo>
                  <a:lnTo>
                    <a:pt x="228968" y="939676"/>
                  </a:lnTo>
                  <a:lnTo>
                    <a:pt x="229796" y="933703"/>
                  </a:lnTo>
                  <a:lnTo>
                    <a:pt x="223448" y="925313"/>
                  </a:lnTo>
                  <a:lnTo>
                    <a:pt x="217476" y="924483"/>
                  </a:lnTo>
                  <a:close/>
                </a:path>
                <a:path extrusionOk="0" h="1029335" w="2069465">
                  <a:moveTo>
                    <a:pt x="247896" y="901513"/>
                  </a:moveTo>
                  <a:lnTo>
                    <a:pt x="239490" y="907872"/>
                  </a:lnTo>
                  <a:lnTo>
                    <a:pt x="238662" y="913846"/>
                  </a:lnTo>
                  <a:lnTo>
                    <a:pt x="245008" y="922237"/>
                  </a:lnTo>
                  <a:lnTo>
                    <a:pt x="250982" y="923065"/>
                  </a:lnTo>
                  <a:lnTo>
                    <a:pt x="259388" y="916706"/>
                  </a:lnTo>
                  <a:lnTo>
                    <a:pt x="260216" y="910733"/>
                  </a:lnTo>
                  <a:lnTo>
                    <a:pt x="253870" y="902342"/>
                  </a:lnTo>
                  <a:lnTo>
                    <a:pt x="247896" y="901513"/>
                  </a:lnTo>
                  <a:close/>
                </a:path>
                <a:path extrusionOk="0" h="1029335" w="2069465">
                  <a:moveTo>
                    <a:pt x="278311" y="878544"/>
                  </a:moveTo>
                  <a:lnTo>
                    <a:pt x="269908" y="884906"/>
                  </a:lnTo>
                  <a:lnTo>
                    <a:pt x="269082" y="890880"/>
                  </a:lnTo>
                  <a:lnTo>
                    <a:pt x="275433" y="899267"/>
                  </a:lnTo>
                  <a:lnTo>
                    <a:pt x="281407" y="900093"/>
                  </a:lnTo>
                  <a:lnTo>
                    <a:pt x="289811" y="893730"/>
                  </a:lnTo>
                  <a:lnTo>
                    <a:pt x="290636" y="887756"/>
                  </a:lnTo>
                  <a:lnTo>
                    <a:pt x="284285" y="879369"/>
                  </a:lnTo>
                  <a:lnTo>
                    <a:pt x="278311" y="878544"/>
                  </a:lnTo>
                  <a:close/>
                </a:path>
                <a:path extrusionOk="0" h="1029335" w="2069465">
                  <a:moveTo>
                    <a:pt x="312271" y="855003"/>
                  </a:moveTo>
                  <a:lnTo>
                    <a:pt x="306242" y="855184"/>
                  </a:lnTo>
                  <a:lnTo>
                    <a:pt x="299017" y="862859"/>
                  </a:lnTo>
                  <a:lnTo>
                    <a:pt x="299179" y="868243"/>
                  </a:lnTo>
                  <a:lnTo>
                    <a:pt x="299199" y="868887"/>
                  </a:lnTo>
                  <a:lnTo>
                    <a:pt x="306859" y="876099"/>
                  </a:lnTo>
                  <a:lnTo>
                    <a:pt x="312888" y="875917"/>
                  </a:lnTo>
                  <a:lnTo>
                    <a:pt x="320113" y="868243"/>
                  </a:lnTo>
                  <a:lnTo>
                    <a:pt x="319950" y="862859"/>
                  </a:lnTo>
                  <a:lnTo>
                    <a:pt x="319930" y="862214"/>
                  </a:lnTo>
                  <a:lnTo>
                    <a:pt x="312271" y="855003"/>
                  </a:lnTo>
                  <a:close/>
                </a:path>
                <a:path extrusionOk="0" h="1029335" w="2069465">
                  <a:moveTo>
                    <a:pt x="338396" y="827244"/>
                  </a:moveTo>
                  <a:lnTo>
                    <a:pt x="332367" y="827426"/>
                  </a:lnTo>
                  <a:lnTo>
                    <a:pt x="325142" y="835101"/>
                  </a:lnTo>
                  <a:lnTo>
                    <a:pt x="325306" y="840484"/>
                  </a:lnTo>
                  <a:lnTo>
                    <a:pt x="325325" y="841128"/>
                  </a:lnTo>
                  <a:lnTo>
                    <a:pt x="332985" y="848340"/>
                  </a:lnTo>
                  <a:lnTo>
                    <a:pt x="339013" y="848159"/>
                  </a:lnTo>
                  <a:lnTo>
                    <a:pt x="346238" y="840484"/>
                  </a:lnTo>
                  <a:lnTo>
                    <a:pt x="346076" y="835101"/>
                  </a:lnTo>
                  <a:lnTo>
                    <a:pt x="346057" y="834457"/>
                  </a:lnTo>
                  <a:lnTo>
                    <a:pt x="338396" y="827244"/>
                  </a:lnTo>
                  <a:close/>
                </a:path>
                <a:path extrusionOk="0" h="1029335" w="2069465">
                  <a:moveTo>
                    <a:pt x="364521" y="799486"/>
                  </a:moveTo>
                  <a:lnTo>
                    <a:pt x="358493" y="799668"/>
                  </a:lnTo>
                  <a:lnTo>
                    <a:pt x="351269" y="807342"/>
                  </a:lnTo>
                  <a:lnTo>
                    <a:pt x="351431" y="812726"/>
                  </a:lnTo>
                  <a:lnTo>
                    <a:pt x="351450" y="813370"/>
                  </a:lnTo>
                  <a:lnTo>
                    <a:pt x="359111" y="820582"/>
                  </a:lnTo>
                  <a:lnTo>
                    <a:pt x="365138" y="820400"/>
                  </a:lnTo>
                  <a:lnTo>
                    <a:pt x="372363" y="812726"/>
                  </a:lnTo>
                  <a:lnTo>
                    <a:pt x="372201" y="807342"/>
                  </a:lnTo>
                  <a:lnTo>
                    <a:pt x="372182" y="806698"/>
                  </a:lnTo>
                  <a:lnTo>
                    <a:pt x="364521" y="799486"/>
                  </a:lnTo>
                  <a:close/>
                </a:path>
                <a:path extrusionOk="0" h="1029335" w="2069465">
                  <a:moveTo>
                    <a:pt x="390646" y="771728"/>
                  </a:moveTo>
                  <a:lnTo>
                    <a:pt x="384619" y="771909"/>
                  </a:lnTo>
                  <a:lnTo>
                    <a:pt x="377394" y="779584"/>
                  </a:lnTo>
                  <a:lnTo>
                    <a:pt x="377556" y="784967"/>
                  </a:lnTo>
                  <a:lnTo>
                    <a:pt x="377576" y="785613"/>
                  </a:lnTo>
                  <a:lnTo>
                    <a:pt x="385236" y="792824"/>
                  </a:lnTo>
                  <a:lnTo>
                    <a:pt x="391264" y="792642"/>
                  </a:lnTo>
                  <a:lnTo>
                    <a:pt x="398489" y="784967"/>
                  </a:lnTo>
                  <a:lnTo>
                    <a:pt x="398326" y="779584"/>
                  </a:lnTo>
                  <a:lnTo>
                    <a:pt x="398307" y="778940"/>
                  </a:lnTo>
                  <a:lnTo>
                    <a:pt x="390646" y="771728"/>
                  </a:lnTo>
                  <a:close/>
                </a:path>
                <a:path extrusionOk="0" h="1029335" w="2069465">
                  <a:moveTo>
                    <a:pt x="416772" y="743969"/>
                  </a:moveTo>
                  <a:lnTo>
                    <a:pt x="410744" y="744151"/>
                  </a:lnTo>
                  <a:lnTo>
                    <a:pt x="403519" y="751826"/>
                  </a:lnTo>
                  <a:lnTo>
                    <a:pt x="403681" y="757209"/>
                  </a:lnTo>
                  <a:lnTo>
                    <a:pt x="403701" y="757854"/>
                  </a:lnTo>
                  <a:lnTo>
                    <a:pt x="411361" y="765065"/>
                  </a:lnTo>
                  <a:lnTo>
                    <a:pt x="417390" y="764884"/>
                  </a:lnTo>
                  <a:lnTo>
                    <a:pt x="424614" y="757209"/>
                  </a:lnTo>
                  <a:lnTo>
                    <a:pt x="424452" y="751826"/>
                  </a:lnTo>
                  <a:lnTo>
                    <a:pt x="424432" y="751182"/>
                  </a:lnTo>
                  <a:lnTo>
                    <a:pt x="416772" y="743969"/>
                  </a:lnTo>
                  <a:close/>
                </a:path>
                <a:path extrusionOk="0" h="1029335" w="2069465">
                  <a:moveTo>
                    <a:pt x="442898" y="716211"/>
                  </a:moveTo>
                  <a:lnTo>
                    <a:pt x="436869" y="716393"/>
                  </a:lnTo>
                  <a:lnTo>
                    <a:pt x="429644" y="724067"/>
                  </a:lnTo>
                  <a:lnTo>
                    <a:pt x="429806" y="729451"/>
                  </a:lnTo>
                  <a:lnTo>
                    <a:pt x="429826" y="730096"/>
                  </a:lnTo>
                  <a:lnTo>
                    <a:pt x="437487" y="737307"/>
                  </a:lnTo>
                  <a:lnTo>
                    <a:pt x="443515" y="737125"/>
                  </a:lnTo>
                  <a:lnTo>
                    <a:pt x="450740" y="729451"/>
                  </a:lnTo>
                  <a:lnTo>
                    <a:pt x="450578" y="724067"/>
                  </a:lnTo>
                  <a:lnTo>
                    <a:pt x="450559" y="723423"/>
                  </a:lnTo>
                  <a:lnTo>
                    <a:pt x="442898" y="716211"/>
                  </a:lnTo>
                  <a:close/>
                </a:path>
                <a:path extrusionOk="0" h="1029335" w="2069465">
                  <a:moveTo>
                    <a:pt x="465180" y="689703"/>
                  </a:moveTo>
                  <a:lnTo>
                    <a:pt x="457324" y="696730"/>
                  </a:lnTo>
                  <a:lnTo>
                    <a:pt x="456987" y="702751"/>
                  </a:lnTo>
                  <a:lnTo>
                    <a:pt x="464002" y="710594"/>
                  </a:lnTo>
                  <a:lnTo>
                    <a:pt x="470023" y="710930"/>
                  </a:lnTo>
                  <a:lnTo>
                    <a:pt x="477879" y="703905"/>
                  </a:lnTo>
                  <a:lnTo>
                    <a:pt x="478215" y="697882"/>
                  </a:lnTo>
                  <a:lnTo>
                    <a:pt x="471203" y="690040"/>
                  </a:lnTo>
                  <a:lnTo>
                    <a:pt x="465180" y="689703"/>
                  </a:lnTo>
                  <a:close/>
                </a:path>
                <a:path extrusionOk="0" h="1029335" w="2069465">
                  <a:moveTo>
                    <a:pt x="493574" y="664269"/>
                  </a:moveTo>
                  <a:lnTo>
                    <a:pt x="485716" y="671295"/>
                  </a:lnTo>
                  <a:lnTo>
                    <a:pt x="485381" y="677317"/>
                  </a:lnTo>
                  <a:lnTo>
                    <a:pt x="492394" y="685159"/>
                  </a:lnTo>
                  <a:lnTo>
                    <a:pt x="498415" y="685495"/>
                  </a:lnTo>
                  <a:lnTo>
                    <a:pt x="506272" y="678469"/>
                  </a:lnTo>
                  <a:lnTo>
                    <a:pt x="506608" y="672448"/>
                  </a:lnTo>
                  <a:lnTo>
                    <a:pt x="499595" y="664606"/>
                  </a:lnTo>
                  <a:lnTo>
                    <a:pt x="493574" y="664269"/>
                  </a:lnTo>
                  <a:close/>
                </a:path>
                <a:path extrusionOk="0" h="1029335" w="2069465">
                  <a:moveTo>
                    <a:pt x="521966" y="638834"/>
                  </a:moveTo>
                  <a:lnTo>
                    <a:pt x="514108" y="645861"/>
                  </a:lnTo>
                  <a:lnTo>
                    <a:pt x="513773" y="651882"/>
                  </a:lnTo>
                  <a:lnTo>
                    <a:pt x="520786" y="659724"/>
                  </a:lnTo>
                  <a:lnTo>
                    <a:pt x="526807" y="660060"/>
                  </a:lnTo>
                  <a:lnTo>
                    <a:pt x="534664" y="653035"/>
                  </a:lnTo>
                  <a:lnTo>
                    <a:pt x="535001" y="647012"/>
                  </a:lnTo>
                  <a:lnTo>
                    <a:pt x="527987" y="639170"/>
                  </a:lnTo>
                  <a:lnTo>
                    <a:pt x="521966" y="638834"/>
                  </a:lnTo>
                  <a:close/>
                </a:path>
                <a:path extrusionOk="0" h="1029335" w="2069465">
                  <a:moveTo>
                    <a:pt x="550358" y="613399"/>
                  </a:moveTo>
                  <a:lnTo>
                    <a:pt x="542502" y="620425"/>
                  </a:lnTo>
                  <a:lnTo>
                    <a:pt x="542165" y="626447"/>
                  </a:lnTo>
                  <a:lnTo>
                    <a:pt x="549178" y="634290"/>
                  </a:lnTo>
                  <a:lnTo>
                    <a:pt x="555200" y="634626"/>
                  </a:lnTo>
                  <a:lnTo>
                    <a:pt x="563057" y="627599"/>
                  </a:lnTo>
                  <a:lnTo>
                    <a:pt x="563393" y="621578"/>
                  </a:lnTo>
                  <a:lnTo>
                    <a:pt x="556379" y="613736"/>
                  </a:lnTo>
                  <a:lnTo>
                    <a:pt x="550358" y="613399"/>
                  </a:lnTo>
                  <a:close/>
                </a:path>
                <a:path extrusionOk="0" h="1029335" w="2069465">
                  <a:moveTo>
                    <a:pt x="578750" y="587965"/>
                  </a:moveTo>
                  <a:lnTo>
                    <a:pt x="570894" y="594991"/>
                  </a:lnTo>
                  <a:lnTo>
                    <a:pt x="570557" y="601012"/>
                  </a:lnTo>
                  <a:lnTo>
                    <a:pt x="577571" y="608854"/>
                  </a:lnTo>
                  <a:lnTo>
                    <a:pt x="583592" y="609191"/>
                  </a:lnTo>
                  <a:lnTo>
                    <a:pt x="591449" y="602165"/>
                  </a:lnTo>
                  <a:lnTo>
                    <a:pt x="591785" y="596143"/>
                  </a:lnTo>
                  <a:lnTo>
                    <a:pt x="584772" y="588300"/>
                  </a:lnTo>
                  <a:lnTo>
                    <a:pt x="578750" y="587965"/>
                  </a:lnTo>
                  <a:close/>
                </a:path>
                <a:path extrusionOk="0" h="1029335" w="2069465">
                  <a:moveTo>
                    <a:pt x="615055" y="568294"/>
                  </a:moveTo>
                  <a:lnTo>
                    <a:pt x="604996" y="571440"/>
                  </a:lnTo>
                  <a:lnTo>
                    <a:pt x="602198" y="576783"/>
                  </a:lnTo>
                  <a:lnTo>
                    <a:pt x="605230" y="586477"/>
                  </a:lnTo>
                  <a:lnTo>
                    <a:pt x="605339" y="586825"/>
                  </a:lnTo>
                  <a:lnTo>
                    <a:pt x="610682" y="589622"/>
                  </a:lnTo>
                  <a:lnTo>
                    <a:pt x="620741" y="586477"/>
                  </a:lnTo>
                  <a:lnTo>
                    <a:pt x="623538" y="581134"/>
                  </a:lnTo>
                  <a:lnTo>
                    <a:pt x="620507" y="571440"/>
                  </a:lnTo>
                  <a:lnTo>
                    <a:pt x="620398" y="571092"/>
                  </a:lnTo>
                  <a:lnTo>
                    <a:pt x="615055" y="568294"/>
                  </a:lnTo>
                  <a:close/>
                </a:path>
                <a:path extrusionOk="0" h="1029335" w="2069465">
                  <a:moveTo>
                    <a:pt x="651440" y="556925"/>
                  </a:moveTo>
                  <a:lnTo>
                    <a:pt x="641379" y="560071"/>
                  </a:lnTo>
                  <a:lnTo>
                    <a:pt x="638582" y="565414"/>
                  </a:lnTo>
                  <a:lnTo>
                    <a:pt x="641613" y="575106"/>
                  </a:lnTo>
                  <a:lnTo>
                    <a:pt x="641722" y="575454"/>
                  </a:lnTo>
                  <a:lnTo>
                    <a:pt x="647064" y="578252"/>
                  </a:lnTo>
                  <a:lnTo>
                    <a:pt x="657124" y="575106"/>
                  </a:lnTo>
                  <a:lnTo>
                    <a:pt x="659922" y="569763"/>
                  </a:lnTo>
                  <a:lnTo>
                    <a:pt x="656892" y="560071"/>
                  </a:lnTo>
                  <a:lnTo>
                    <a:pt x="656783" y="559722"/>
                  </a:lnTo>
                  <a:lnTo>
                    <a:pt x="651440" y="556925"/>
                  </a:lnTo>
                  <a:close/>
                </a:path>
                <a:path extrusionOk="0" h="1029335" w="2069465">
                  <a:moveTo>
                    <a:pt x="687823" y="545555"/>
                  </a:moveTo>
                  <a:lnTo>
                    <a:pt x="677763" y="548700"/>
                  </a:lnTo>
                  <a:lnTo>
                    <a:pt x="674966" y="554043"/>
                  </a:lnTo>
                  <a:lnTo>
                    <a:pt x="677997" y="563736"/>
                  </a:lnTo>
                  <a:lnTo>
                    <a:pt x="678106" y="564085"/>
                  </a:lnTo>
                  <a:lnTo>
                    <a:pt x="683449" y="566882"/>
                  </a:lnTo>
                  <a:lnTo>
                    <a:pt x="693508" y="563736"/>
                  </a:lnTo>
                  <a:lnTo>
                    <a:pt x="696306" y="558393"/>
                  </a:lnTo>
                  <a:lnTo>
                    <a:pt x="693274" y="548700"/>
                  </a:lnTo>
                  <a:lnTo>
                    <a:pt x="693165" y="548352"/>
                  </a:lnTo>
                  <a:lnTo>
                    <a:pt x="687823" y="545555"/>
                  </a:lnTo>
                  <a:close/>
                </a:path>
                <a:path extrusionOk="0" h="1029335" w="2069465">
                  <a:moveTo>
                    <a:pt x="724207" y="534184"/>
                  </a:moveTo>
                  <a:lnTo>
                    <a:pt x="714147" y="537330"/>
                  </a:lnTo>
                  <a:lnTo>
                    <a:pt x="711349" y="542673"/>
                  </a:lnTo>
                  <a:lnTo>
                    <a:pt x="714381" y="552367"/>
                  </a:lnTo>
                  <a:lnTo>
                    <a:pt x="714490" y="552715"/>
                  </a:lnTo>
                  <a:lnTo>
                    <a:pt x="719833" y="555513"/>
                  </a:lnTo>
                  <a:lnTo>
                    <a:pt x="729893" y="552367"/>
                  </a:lnTo>
                  <a:lnTo>
                    <a:pt x="732690" y="547024"/>
                  </a:lnTo>
                  <a:lnTo>
                    <a:pt x="729659" y="537330"/>
                  </a:lnTo>
                  <a:lnTo>
                    <a:pt x="729550" y="536982"/>
                  </a:lnTo>
                  <a:lnTo>
                    <a:pt x="724207" y="534184"/>
                  </a:lnTo>
                  <a:close/>
                </a:path>
                <a:path extrusionOk="0" h="1029335" w="2069465">
                  <a:moveTo>
                    <a:pt x="752608" y="517249"/>
                  </a:moveTo>
                  <a:lnTo>
                    <a:pt x="744834" y="524367"/>
                  </a:lnTo>
                  <a:lnTo>
                    <a:pt x="744569" y="530392"/>
                  </a:lnTo>
                  <a:lnTo>
                    <a:pt x="751673" y="538152"/>
                  </a:lnTo>
                  <a:lnTo>
                    <a:pt x="757698" y="538417"/>
                  </a:lnTo>
                  <a:lnTo>
                    <a:pt x="765472" y="531300"/>
                  </a:lnTo>
                  <a:lnTo>
                    <a:pt x="765738" y="525274"/>
                  </a:lnTo>
                  <a:lnTo>
                    <a:pt x="758633" y="517514"/>
                  </a:lnTo>
                  <a:lnTo>
                    <a:pt x="752608" y="517249"/>
                  </a:lnTo>
                  <a:close/>
                </a:path>
                <a:path extrusionOk="0" h="1029335" w="2069465">
                  <a:moveTo>
                    <a:pt x="780708" y="491491"/>
                  </a:moveTo>
                  <a:lnTo>
                    <a:pt x="772934" y="498609"/>
                  </a:lnTo>
                  <a:lnTo>
                    <a:pt x="772669" y="504634"/>
                  </a:lnTo>
                  <a:lnTo>
                    <a:pt x="779773" y="512394"/>
                  </a:lnTo>
                  <a:lnTo>
                    <a:pt x="785798" y="512659"/>
                  </a:lnTo>
                  <a:lnTo>
                    <a:pt x="793572" y="505542"/>
                  </a:lnTo>
                  <a:lnTo>
                    <a:pt x="793837" y="499517"/>
                  </a:lnTo>
                  <a:lnTo>
                    <a:pt x="786733" y="491756"/>
                  </a:lnTo>
                  <a:lnTo>
                    <a:pt x="780708" y="491491"/>
                  </a:lnTo>
                  <a:close/>
                </a:path>
                <a:path extrusionOk="0" h="1029335" w="2069465">
                  <a:moveTo>
                    <a:pt x="808808" y="465733"/>
                  </a:moveTo>
                  <a:lnTo>
                    <a:pt x="801033" y="472851"/>
                  </a:lnTo>
                  <a:lnTo>
                    <a:pt x="800768" y="478876"/>
                  </a:lnTo>
                  <a:lnTo>
                    <a:pt x="807872" y="486636"/>
                  </a:lnTo>
                  <a:lnTo>
                    <a:pt x="813898" y="486901"/>
                  </a:lnTo>
                  <a:lnTo>
                    <a:pt x="821672" y="479784"/>
                  </a:lnTo>
                  <a:lnTo>
                    <a:pt x="821937" y="473759"/>
                  </a:lnTo>
                  <a:lnTo>
                    <a:pt x="814833" y="465999"/>
                  </a:lnTo>
                  <a:lnTo>
                    <a:pt x="808808" y="465733"/>
                  </a:lnTo>
                  <a:close/>
                </a:path>
                <a:path extrusionOk="0" h="1029335" w="2069465">
                  <a:moveTo>
                    <a:pt x="836907" y="439976"/>
                  </a:moveTo>
                  <a:lnTo>
                    <a:pt x="829133" y="447093"/>
                  </a:lnTo>
                  <a:lnTo>
                    <a:pt x="828868" y="453118"/>
                  </a:lnTo>
                  <a:lnTo>
                    <a:pt x="835972" y="460877"/>
                  </a:lnTo>
                  <a:lnTo>
                    <a:pt x="841997" y="461143"/>
                  </a:lnTo>
                  <a:lnTo>
                    <a:pt x="849770" y="454026"/>
                  </a:lnTo>
                  <a:lnTo>
                    <a:pt x="850037" y="448001"/>
                  </a:lnTo>
                  <a:lnTo>
                    <a:pt x="842932" y="440241"/>
                  </a:lnTo>
                  <a:lnTo>
                    <a:pt x="836907" y="439976"/>
                  </a:lnTo>
                  <a:close/>
                </a:path>
                <a:path extrusionOk="0" h="1029335" w="2069465">
                  <a:moveTo>
                    <a:pt x="865007" y="414218"/>
                  </a:moveTo>
                  <a:lnTo>
                    <a:pt x="857233" y="421335"/>
                  </a:lnTo>
                  <a:lnTo>
                    <a:pt x="856968" y="427360"/>
                  </a:lnTo>
                  <a:lnTo>
                    <a:pt x="864072" y="435119"/>
                  </a:lnTo>
                  <a:lnTo>
                    <a:pt x="870097" y="435385"/>
                  </a:lnTo>
                  <a:lnTo>
                    <a:pt x="877870" y="428268"/>
                  </a:lnTo>
                  <a:lnTo>
                    <a:pt x="878136" y="422243"/>
                  </a:lnTo>
                  <a:lnTo>
                    <a:pt x="871032" y="414483"/>
                  </a:lnTo>
                  <a:lnTo>
                    <a:pt x="865007" y="414218"/>
                  </a:lnTo>
                  <a:close/>
                </a:path>
                <a:path extrusionOk="0" h="1029335" w="2069465">
                  <a:moveTo>
                    <a:pt x="898634" y="388448"/>
                  </a:moveTo>
                  <a:lnTo>
                    <a:pt x="892532" y="388448"/>
                  </a:lnTo>
                  <a:lnTo>
                    <a:pt x="885065" y="395744"/>
                  </a:lnTo>
                  <a:lnTo>
                    <a:pt x="884995" y="401774"/>
                  </a:lnTo>
                  <a:lnTo>
                    <a:pt x="892415" y="409370"/>
                  </a:lnTo>
                  <a:lnTo>
                    <a:pt x="898378" y="409370"/>
                  </a:lnTo>
                  <a:lnTo>
                    <a:pt x="905917" y="402004"/>
                  </a:lnTo>
                  <a:lnTo>
                    <a:pt x="905987" y="395974"/>
                  </a:lnTo>
                  <a:lnTo>
                    <a:pt x="898634" y="388448"/>
                  </a:lnTo>
                  <a:close/>
                </a:path>
                <a:path extrusionOk="0" h="1029335" w="2069465">
                  <a:moveTo>
                    <a:pt x="925870" y="361779"/>
                  </a:moveTo>
                  <a:lnTo>
                    <a:pt x="919769" y="361779"/>
                  </a:lnTo>
                  <a:lnTo>
                    <a:pt x="912301" y="369075"/>
                  </a:lnTo>
                  <a:lnTo>
                    <a:pt x="912232" y="375105"/>
                  </a:lnTo>
                  <a:lnTo>
                    <a:pt x="919652" y="382701"/>
                  </a:lnTo>
                  <a:lnTo>
                    <a:pt x="925615" y="382701"/>
                  </a:lnTo>
                  <a:lnTo>
                    <a:pt x="933154" y="375335"/>
                  </a:lnTo>
                  <a:lnTo>
                    <a:pt x="933223" y="369304"/>
                  </a:lnTo>
                  <a:lnTo>
                    <a:pt x="925870" y="361779"/>
                  </a:lnTo>
                  <a:close/>
                </a:path>
                <a:path extrusionOk="0" h="1029335" w="2069465">
                  <a:moveTo>
                    <a:pt x="953107" y="335111"/>
                  </a:moveTo>
                  <a:lnTo>
                    <a:pt x="947005" y="335111"/>
                  </a:lnTo>
                  <a:lnTo>
                    <a:pt x="939538" y="342407"/>
                  </a:lnTo>
                  <a:lnTo>
                    <a:pt x="939468" y="348437"/>
                  </a:lnTo>
                  <a:lnTo>
                    <a:pt x="946888" y="356031"/>
                  </a:lnTo>
                  <a:lnTo>
                    <a:pt x="952851" y="356031"/>
                  </a:lnTo>
                  <a:lnTo>
                    <a:pt x="960390" y="348665"/>
                  </a:lnTo>
                  <a:lnTo>
                    <a:pt x="960460" y="342635"/>
                  </a:lnTo>
                  <a:lnTo>
                    <a:pt x="953107" y="335111"/>
                  </a:lnTo>
                  <a:close/>
                </a:path>
                <a:path extrusionOk="0" h="1029335" w="2069465">
                  <a:moveTo>
                    <a:pt x="980344" y="308441"/>
                  </a:moveTo>
                  <a:lnTo>
                    <a:pt x="974242" y="308441"/>
                  </a:lnTo>
                  <a:lnTo>
                    <a:pt x="966774" y="315737"/>
                  </a:lnTo>
                  <a:lnTo>
                    <a:pt x="966704" y="321768"/>
                  </a:lnTo>
                  <a:lnTo>
                    <a:pt x="974125" y="329363"/>
                  </a:lnTo>
                  <a:lnTo>
                    <a:pt x="980088" y="329363"/>
                  </a:lnTo>
                  <a:lnTo>
                    <a:pt x="987626" y="321997"/>
                  </a:lnTo>
                  <a:lnTo>
                    <a:pt x="987696" y="315967"/>
                  </a:lnTo>
                  <a:lnTo>
                    <a:pt x="980344" y="308441"/>
                  </a:lnTo>
                  <a:close/>
                </a:path>
                <a:path extrusionOk="0" h="1029335" w="2069465">
                  <a:moveTo>
                    <a:pt x="1007581" y="281772"/>
                  </a:moveTo>
                  <a:lnTo>
                    <a:pt x="1001478" y="281772"/>
                  </a:lnTo>
                  <a:lnTo>
                    <a:pt x="994011" y="289068"/>
                  </a:lnTo>
                  <a:lnTo>
                    <a:pt x="993941" y="295098"/>
                  </a:lnTo>
                  <a:lnTo>
                    <a:pt x="1001361" y="302694"/>
                  </a:lnTo>
                  <a:lnTo>
                    <a:pt x="1007324" y="302694"/>
                  </a:lnTo>
                  <a:lnTo>
                    <a:pt x="1014863" y="295328"/>
                  </a:lnTo>
                  <a:lnTo>
                    <a:pt x="1014933" y="289298"/>
                  </a:lnTo>
                  <a:lnTo>
                    <a:pt x="1007581" y="281772"/>
                  </a:lnTo>
                  <a:close/>
                </a:path>
                <a:path extrusionOk="0" h="1029335" w="2069465">
                  <a:moveTo>
                    <a:pt x="1034811" y="255101"/>
                  </a:moveTo>
                  <a:lnTo>
                    <a:pt x="1028712" y="255101"/>
                  </a:lnTo>
                  <a:lnTo>
                    <a:pt x="1021246" y="262406"/>
                  </a:lnTo>
                  <a:lnTo>
                    <a:pt x="1021179" y="268436"/>
                  </a:lnTo>
                  <a:lnTo>
                    <a:pt x="1028600" y="276023"/>
                  </a:lnTo>
                  <a:lnTo>
                    <a:pt x="1034567" y="276023"/>
                  </a:lnTo>
                  <a:lnTo>
                    <a:pt x="1042101" y="268653"/>
                  </a:lnTo>
                  <a:lnTo>
                    <a:pt x="1042168" y="262622"/>
                  </a:lnTo>
                  <a:lnTo>
                    <a:pt x="1034811" y="255101"/>
                  </a:lnTo>
                  <a:close/>
                </a:path>
                <a:path extrusionOk="0" h="1029335" w="2069465">
                  <a:moveTo>
                    <a:pt x="1064119" y="234905"/>
                  </a:moveTo>
                  <a:lnTo>
                    <a:pt x="1054851" y="239928"/>
                  </a:lnTo>
                  <a:lnTo>
                    <a:pt x="1053134" y="245709"/>
                  </a:lnTo>
                  <a:lnTo>
                    <a:pt x="1058147" y="254960"/>
                  </a:lnTo>
                  <a:lnTo>
                    <a:pt x="1063928" y="256677"/>
                  </a:lnTo>
                  <a:lnTo>
                    <a:pt x="1073195" y="251654"/>
                  </a:lnTo>
                  <a:lnTo>
                    <a:pt x="1074912" y="245873"/>
                  </a:lnTo>
                  <a:lnTo>
                    <a:pt x="1069900" y="236623"/>
                  </a:lnTo>
                  <a:lnTo>
                    <a:pt x="1064119" y="234905"/>
                  </a:lnTo>
                  <a:close/>
                </a:path>
                <a:path extrusionOk="0" h="1029335" w="2069465">
                  <a:moveTo>
                    <a:pt x="1097636" y="216750"/>
                  </a:moveTo>
                  <a:lnTo>
                    <a:pt x="1088369" y="221772"/>
                  </a:lnTo>
                  <a:lnTo>
                    <a:pt x="1086652" y="227554"/>
                  </a:lnTo>
                  <a:lnTo>
                    <a:pt x="1091665" y="236804"/>
                  </a:lnTo>
                  <a:lnTo>
                    <a:pt x="1097446" y="238521"/>
                  </a:lnTo>
                  <a:lnTo>
                    <a:pt x="1106713" y="233498"/>
                  </a:lnTo>
                  <a:lnTo>
                    <a:pt x="1108430" y="227717"/>
                  </a:lnTo>
                  <a:lnTo>
                    <a:pt x="1103417" y="218467"/>
                  </a:lnTo>
                  <a:lnTo>
                    <a:pt x="1097636" y="216750"/>
                  </a:lnTo>
                  <a:close/>
                </a:path>
                <a:path extrusionOk="0" h="1029335" w="2069465">
                  <a:moveTo>
                    <a:pt x="1131154" y="198594"/>
                  </a:moveTo>
                  <a:lnTo>
                    <a:pt x="1121887" y="203617"/>
                  </a:lnTo>
                  <a:lnTo>
                    <a:pt x="1120170" y="209398"/>
                  </a:lnTo>
                  <a:lnTo>
                    <a:pt x="1125183" y="218648"/>
                  </a:lnTo>
                  <a:lnTo>
                    <a:pt x="1130964" y="220365"/>
                  </a:lnTo>
                  <a:lnTo>
                    <a:pt x="1140231" y="215343"/>
                  </a:lnTo>
                  <a:lnTo>
                    <a:pt x="1141948" y="209562"/>
                  </a:lnTo>
                  <a:lnTo>
                    <a:pt x="1136935" y="200312"/>
                  </a:lnTo>
                  <a:lnTo>
                    <a:pt x="1131154" y="198594"/>
                  </a:lnTo>
                  <a:close/>
                </a:path>
                <a:path extrusionOk="0" h="1029335" w="2069465">
                  <a:moveTo>
                    <a:pt x="1164672" y="180440"/>
                  </a:moveTo>
                  <a:lnTo>
                    <a:pt x="1155405" y="185461"/>
                  </a:lnTo>
                  <a:lnTo>
                    <a:pt x="1153688" y="191242"/>
                  </a:lnTo>
                  <a:lnTo>
                    <a:pt x="1158701" y="200493"/>
                  </a:lnTo>
                  <a:lnTo>
                    <a:pt x="1164482" y="202210"/>
                  </a:lnTo>
                  <a:lnTo>
                    <a:pt x="1173749" y="197187"/>
                  </a:lnTo>
                  <a:lnTo>
                    <a:pt x="1175466" y="191406"/>
                  </a:lnTo>
                  <a:lnTo>
                    <a:pt x="1170453" y="182157"/>
                  </a:lnTo>
                  <a:lnTo>
                    <a:pt x="1164672" y="180440"/>
                  </a:lnTo>
                  <a:close/>
                </a:path>
                <a:path extrusionOk="0" h="1029335" w="2069465">
                  <a:moveTo>
                    <a:pt x="1197452" y="161723"/>
                  </a:moveTo>
                  <a:lnTo>
                    <a:pt x="1188384" y="167096"/>
                  </a:lnTo>
                  <a:lnTo>
                    <a:pt x="1186889" y="172938"/>
                  </a:lnTo>
                  <a:lnTo>
                    <a:pt x="1192253" y="181989"/>
                  </a:lnTo>
                  <a:lnTo>
                    <a:pt x="1198096" y="183484"/>
                  </a:lnTo>
                  <a:lnTo>
                    <a:pt x="1207164" y="178112"/>
                  </a:lnTo>
                  <a:lnTo>
                    <a:pt x="1208659" y="172269"/>
                  </a:lnTo>
                  <a:lnTo>
                    <a:pt x="1203295" y="163217"/>
                  </a:lnTo>
                  <a:lnTo>
                    <a:pt x="1197452" y="161723"/>
                  </a:lnTo>
                  <a:close/>
                </a:path>
                <a:path extrusionOk="0" h="1029335" w="2069465">
                  <a:moveTo>
                    <a:pt x="1230256" y="142308"/>
                  </a:moveTo>
                  <a:lnTo>
                    <a:pt x="1221190" y="147680"/>
                  </a:lnTo>
                  <a:lnTo>
                    <a:pt x="1219694" y="153523"/>
                  </a:lnTo>
                  <a:lnTo>
                    <a:pt x="1225058" y="162575"/>
                  </a:lnTo>
                  <a:lnTo>
                    <a:pt x="1230900" y="164070"/>
                  </a:lnTo>
                  <a:lnTo>
                    <a:pt x="1239968" y="158696"/>
                  </a:lnTo>
                  <a:lnTo>
                    <a:pt x="1241463" y="152854"/>
                  </a:lnTo>
                  <a:lnTo>
                    <a:pt x="1236099" y="143803"/>
                  </a:lnTo>
                  <a:lnTo>
                    <a:pt x="1230256" y="142308"/>
                  </a:lnTo>
                  <a:close/>
                </a:path>
                <a:path extrusionOk="0" h="1029335" w="2069465">
                  <a:moveTo>
                    <a:pt x="1263061" y="122892"/>
                  </a:moveTo>
                  <a:lnTo>
                    <a:pt x="1253994" y="128266"/>
                  </a:lnTo>
                  <a:lnTo>
                    <a:pt x="1252499" y="134109"/>
                  </a:lnTo>
                  <a:lnTo>
                    <a:pt x="1257862" y="143160"/>
                  </a:lnTo>
                  <a:lnTo>
                    <a:pt x="1263704" y="144655"/>
                  </a:lnTo>
                  <a:lnTo>
                    <a:pt x="1272772" y="139282"/>
                  </a:lnTo>
                  <a:lnTo>
                    <a:pt x="1274267" y="133438"/>
                  </a:lnTo>
                  <a:lnTo>
                    <a:pt x="1268903" y="124387"/>
                  </a:lnTo>
                  <a:lnTo>
                    <a:pt x="1263061" y="122892"/>
                  </a:lnTo>
                  <a:close/>
                </a:path>
                <a:path extrusionOk="0" h="1029335" w="2069465">
                  <a:moveTo>
                    <a:pt x="1295866" y="103478"/>
                  </a:moveTo>
                  <a:lnTo>
                    <a:pt x="1286798" y="108851"/>
                  </a:lnTo>
                  <a:lnTo>
                    <a:pt x="1285303" y="114694"/>
                  </a:lnTo>
                  <a:lnTo>
                    <a:pt x="1290666" y="123746"/>
                  </a:lnTo>
                  <a:lnTo>
                    <a:pt x="1296509" y="125241"/>
                  </a:lnTo>
                  <a:lnTo>
                    <a:pt x="1305576" y="119867"/>
                  </a:lnTo>
                  <a:lnTo>
                    <a:pt x="1307072" y="114024"/>
                  </a:lnTo>
                  <a:lnTo>
                    <a:pt x="1301708" y="104973"/>
                  </a:lnTo>
                  <a:lnTo>
                    <a:pt x="1295866" y="103478"/>
                  </a:lnTo>
                  <a:close/>
                </a:path>
                <a:path extrusionOk="0" h="1029335" w="2069465">
                  <a:moveTo>
                    <a:pt x="1328670" y="84063"/>
                  </a:moveTo>
                  <a:lnTo>
                    <a:pt x="1319602" y="89437"/>
                  </a:lnTo>
                  <a:lnTo>
                    <a:pt x="1318107" y="95279"/>
                  </a:lnTo>
                  <a:lnTo>
                    <a:pt x="1323470" y="104330"/>
                  </a:lnTo>
                  <a:lnTo>
                    <a:pt x="1329314" y="105825"/>
                  </a:lnTo>
                  <a:lnTo>
                    <a:pt x="1338381" y="100451"/>
                  </a:lnTo>
                  <a:lnTo>
                    <a:pt x="1339876" y="94609"/>
                  </a:lnTo>
                  <a:lnTo>
                    <a:pt x="1334513" y="85558"/>
                  </a:lnTo>
                  <a:lnTo>
                    <a:pt x="1328670" y="84063"/>
                  </a:lnTo>
                  <a:close/>
                </a:path>
                <a:path extrusionOk="0" h="1029335" w="2069465">
                  <a:moveTo>
                    <a:pt x="1368712" y="74839"/>
                  </a:moveTo>
                  <a:lnTo>
                    <a:pt x="1358436" y="77189"/>
                  </a:lnTo>
                  <a:lnTo>
                    <a:pt x="1355229" y="82296"/>
                  </a:lnTo>
                  <a:lnTo>
                    <a:pt x="1357574" y="92552"/>
                  </a:lnTo>
                  <a:lnTo>
                    <a:pt x="1362682" y="95759"/>
                  </a:lnTo>
                  <a:lnTo>
                    <a:pt x="1372957" y="93411"/>
                  </a:lnTo>
                  <a:lnTo>
                    <a:pt x="1376164" y="88303"/>
                  </a:lnTo>
                  <a:lnTo>
                    <a:pt x="1373818" y="78046"/>
                  </a:lnTo>
                  <a:lnTo>
                    <a:pt x="1368712" y="74839"/>
                  </a:lnTo>
                  <a:close/>
                </a:path>
                <a:path extrusionOk="0" h="1029335" w="2069465">
                  <a:moveTo>
                    <a:pt x="1405867" y="66325"/>
                  </a:moveTo>
                  <a:lnTo>
                    <a:pt x="1395592" y="68673"/>
                  </a:lnTo>
                  <a:lnTo>
                    <a:pt x="1392386" y="73781"/>
                  </a:lnTo>
                  <a:lnTo>
                    <a:pt x="1394730" y="84038"/>
                  </a:lnTo>
                  <a:lnTo>
                    <a:pt x="1399838" y="87245"/>
                  </a:lnTo>
                  <a:lnTo>
                    <a:pt x="1410112" y="84895"/>
                  </a:lnTo>
                  <a:lnTo>
                    <a:pt x="1413319" y="79789"/>
                  </a:lnTo>
                  <a:lnTo>
                    <a:pt x="1410975" y="69532"/>
                  </a:lnTo>
                  <a:lnTo>
                    <a:pt x="1405867" y="66325"/>
                  </a:lnTo>
                  <a:close/>
                </a:path>
                <a:path extrusionOk="0" h="1029335" w="2069465">
                  <a:moveTo>
                    <a:pt x="1443026" y="57810"/>
                  </a:moveTo>
                  <a:lnTo>
                    <a:pt x="1432750" y="60157"/>
                  </a:lnTo>
                  <a:lnTo>
                    <a:pt x="1429542" y="65265"/>
                  </a:lnTo>
                  <a:lnTo>
                    <a:pt x="1431884" y="75521"/>
                  </a:lnTo>
                  <a:lnTo>
                    <a:pt x="1436991" y="78729"/>
                  </a:lnTo>
                  <a:lnTo>
                    <a:pt x="1447267" y="76382"/>
                  </a:lnTo>
                  <a:lnTo>
                    <a:pt x="1450474" y="71276"/>
                  </a:lnTo>
                  <a:lnTo>
                    <a:pt x="1448132" y="61018"/>
                  </a:lnTo>
                  <a:lnTo>
                    <a:pt x="1443026" y="57810"/>
                  </a:lnTo>
                  <a:close/>
                </a:path>
                <a:path extrusionOk="0" h="1029335" w="2069465">
                  <a:moveTo>
                    <a:pt x="1480181" y="49296"/>
                  </a:moveTo>
                  <a:lnTo>
                    <a:pt x="1469905" y="51643"/>
                  </a:lnTo>
                  <a:lnTo>
                    <a:pt x="1466697" y="56749"/>
                  </a:lnTo>
                  <a:lnTo>
                    <a:pt x="1469040" y="67006"/>
                  </a:lnTo>
                  <a:lnTo>
                    <a:pt x="1474147" y="70214"/>
                  </a:lnTo>
                  <a:lnTo>
                    <a:pt x="1484422" y="67867"/>
                  </a:lnTo>
                  <a:lnTo>
                    <a:pt x="1487631" y="62760"/>
                  </a:lnTo>
                  <a:lnTo>
                    <a:pt x="1485287" y="52504"/>
                  </a:lnTo>
                  <a:lnTo>
                    <a:pt x="1480181" y="49296"/>
                  </a:lnTo>
                  <a:close/>
                </a:path>
                <a:path extrusionOk="0" h="1029335" w="2069465">
                  <a:moveTo>
                    <a:pt x="1511019" y="54493"/>
                  </a:moveTo>
                  <a:lnTo>
                    <a:pt x="1506184" y="58098"/>
                  </a:lnTo>
                  <a:lnTo>
                    <a:pt x="1504668" y="68508"/>
                  </a:lnTo>
                  <a:lnTo>
                    <a:pt x="1508273" y="73343"/>
                  </a:lnTo>
                  <a:lnTo>
                    <a:pt x="1518702" y="74863"/>
                  </a:lnTo>
                  <a:lnTo>
                    <a:pt x="1523537" y="71258"/>
                  </a:lnTo>
                  <a:lnTo>
                    <a:pt x="1525054" y="60846"/>
                  </a:lnTo>
                  <a:lnTo>
                    <a:pt x="1521449" y="56012"/>
                  </a:lnTo>
                  <a:lnTo>
                    <a:pt x="1511019" y="54493"/>
                  </a:lnTo>
                  <a:close/>
                </a:path>
                <a:path extrusionOk="0" h="1029335" w="2069465">
                  <a:moveTo>
                    <a:pt x="1548739" y="59993"/>
                  </a:moveTo>
                  <a:lnTo>
                    <a:pt x="1543904" y="63599"/>
                  </a:lnTo>
                  <a:lnTo>
                    <a:pt x="1542388" y="74010"/>
                  </a:lnTo>
                  <a:lnTo>
                    <a:pt x="1545992" y="78845"/>
                  </a:lnTo>
                  <a:lnTo>
                    <a:pt x="1556423" y="80364"/>
                  </a:lnTo>
                  <a:lnTo>
                    <a:pt x="1561257" y="76758"/>
                  </a:lnTo>
                  <a:lnTo>
                    <a:pt x="1562774" y="66348"/>
                  </a:lnTo>
                  <a:lnTo>
                    <a:pt x="1559170" y="61513"/>
                  </a:lnTo>
                  <a:lnTo>
                    <a:pt x="1548739" y="59993"/>
                  </a:lnTo>
                  <a:close/>
                </a:path>
                <a:path extrusionOk="0" h="1029335" w="2069465">
                  <a:moveTo>
                    <a:pt x="1586459" y="65495"/>
                  </a:moveTo>
                  <a:lnTo>
                    <a:pt x="1581624" y="69099"/>
                  </a:lnTo>
                  <a:lnTo>
                    <a:pt x="1580108" y="79510"/>
                  </a:lnTo>
                  <a:lnTo>
                    <a:pt x="1583712" y="84345"/>
                  </a:lnTo>
                  <a:lnTo>
                    <a:pt x="1594143" y="85864"/>
                  </a:lnTo>
                  <a:lnTo>
                    <a:pt x="1598978" y="82260"/>
                  </a:lnTo>
                  <a:lnTo>
                    <a:pt x="1600494" y="71848"/>
                  </a:lnTo>
                  <a:lnTo>
                    <a:pt x="1596889" y="67014"/>
                  </a:lnTo>
                  <a:lnTo>
                    <a:pt x="1586459" y="65495"/>
                  </a:lnTo>
                  <a:close/>
                </a:path>
                <a:path extrusionOk="0" h="1029335" w="2069465">
                  <a:moveTo>
                    <a:pt x="1625545" y="70973"/>
                  </a:moveTo>
                  <a:lnTo>
                    <a:pt x="1622850" y="72449"/>
                  </a:lnTo>
                  <a:lnTo>
                    <a:pt x="1620238" y="73931"/>
                  </a:lnTo>
                  <a:lnTo>
                    <a:pt x="1617303" y="83968"/>
                  </a:lnTo>
                  <a:lnTo>
                    <a:pt x="1620234" y="89320"/>
                  </a:lnTo>
                  <a:lnTo>
                    <a:pt x="1620412" y="89320"/>
                  </a:lnTo>
                  <a:lnTo>
                    <a:pt x="1630316" y="92215"/>
                  </a:lnTo>
                  <a:lnTo>
                    <a:pt x="1635606" y="89320"/>
                  </a:lnTo>
                  <a:lnTo>
                    <a:pt x="1638559" y="79221"/>
                  </a:lnTo>
                  <a:lnTo>
                    <a:pt x="1635662" y="73931"/>
                  </a:lnTo>
                  <a:lnTo>
                    <a:pt x="1625545" y="70973"/>
                  </a:lnTo>
                  <a:close/>
                </a:path>
                <a:path extrusionOk="0" h="1029335" w="2069465">
                  <a:moveTo>
                    <a:pt x="1662140" y="81647"/>
                  </a:moveTo>
                  <a:lnTo>
                    <a:pt x="1659443" y="83124"/>
                  </a:lnTo>
                  <a:lnTo>
                    <a:pt x="1656833" y="84604"/>
                  </a:lnTo>
                  <a:lnTo>
                    <a:pt x="1653898" y="94641"/>
                  </a:lnTo>
                  <a:lnTo>
                    <a:pt x="1656827" y="99993"/>
                  </a:lnTo>
                  <a:lnTo>
                    <a:pt x="1657006" y="99993"/>
                  </a:lnTo>
                  <a:lnTo>
                    <a:pt x="1666910" y="102889"/>
                  </a:lnTo>
                  <a:lnTo>
                    <a:pt x="1672200" y="99993"/>
                  </a:lnTo>
                  <a:lnTo>
                    <a:pt x="1675152" y="89894"/>
                  </a:lnTo>
                  <a:lnTo>
                    <a:pt x="1672257" y="84604"/>
                  </a:lnTo>
                  <a:lnTo>
                    <a:pt x="1662140" y="81647"/>
                  </a:lnTo>
                  <a:close/>
                </a:path>
                <a:path extrusionOk="0" h="1029335" w="2069465">
                  <a:moveTo>
                    <a:pt x="1698734" y="92320"/>
                  </a:moveTo>
                  <a:lnTo>
                    <a:pt x="1696037" y="93797"/>
                  </a:lnTo>
                  <a:lnTo>
                    <a:pt x="1693426" y="95277"/>
                  </a:lnTo>
                  <a:lnTo>
                    <a:pt x="1690491" y="105314"/>
                  </a:lnTo>
                  <a:lnTo>
                    <a:pt x="1693422" y="110666"/>
                  </a:lnTo>
                  <a:lnTo>
                    <a:pt x="1693597" y="110666"/>
                  </a:lnTo>
                  <a:lnTo>
                    <a:pt x="1703505" y="113563"/>
                  </a:lnTo>
                  <a:lnTo>
                    <a:pt x="1708795" y="110666"/>
                  </a:lnTo>
                  <a:lnTo>
                    <a:pt x="1711747" y="100568"/>
                  </a:lnTo>
                  <a:lnTo>
                    <a:pt x="1708851" y="95277"/>
                  </a:lnTo>
                  <a:lnTo>
                    <a:pt x="1698734" y="92320"/>
                  </a:lnTo>
                  <a:close/>
                </a:path>
                <a:path extrusionOk="0" h="1029335" w="2069465">
                  <a:moveTo>
                    <a:pt x="1735329" y="102994"/>
                  </a:moveTo>
                  <a:lnTo>
                    <a:pt x="1732632" y="104470"/>
                  </a:lnTo>
                  <a:lnTo>
                    <a:pt x="1730020" y="105952"/>
                  </a:lnTo>
                  <a:lnTo>
                    <a:pt x="1727086" y="115989"/>
                  </a:lnTo>
                  <a:lnTo>
                    <a:pt x="1730015" y="121339"/>
                  </a:lnTo>
                  <a:lnTo>
                    <a:pt x="1730191" y="121339"/>
                  </a:lnTo>
                  <a:lnTo>
                    <a:pt x="1740099" y="124236"/>
                  </a:lnTo>
                  <a:lnTo>
                    <a:pt x="1745388" y="121339"/>
                  </a:lnTo>
                  <a:lnTo>
                    <a:pt x="1748341" y="111241"/>
                  </a:lnTo>
                  <a:lnTo>
                    <a:pt x="1745444" y="105952"/>
                  </a:lnTo>
                  <a:lnTo>
                    <a:pt x="1735329" y="102994"/>
                  </a:lnTo>
                  <a:close/>
                </a:path>
                <a:path extrusionOk="0" h="1029335" w="2069465">
                  <a:moveTo>
                    <a:pt x="1775617" y="111465"/>
                  </a:moveTo>
                  <a:lnTo>
                    <a:pt x="1765814" y="115336"/>
                  </a:lnTo>
                  <a:lnTo>
                    <a:pt x="1763414" y="120868"/>
                  </a:lnTo>
                  <a:lnTo>
                    <a:pt x="1767277" y="130655"/>
                  </a:lnTo>
                  <a:lnTo>
                    <a:pt x="1772809" y="133055"/>
                  </a:lnTo>
                  <a:lnTo>
                    <a:pt x="1782613" y="129184"/>
                  </a:lnTo>
                  <a:lnTo>
                    <a:pt x="1785014" y="123652"/>
                  </a:lnTo>
                  <a:lnTo>
                    <a:pt x="1781150" y="113865"/>
                  </a:lnTo>
                  <a:lnTo>
                    <a:pt x="1775617" y="111465"/>
                  </a:lnTo>
                  <a:close/>
                </a:path>
                <a:path extrusionOk="0" h="1029335" w="2069465">
                  <a:moveTo>
                    <a:pt x="1811060" y="97435"/>
                  </a:moveTo>
                  <a:lnTo>
                    <a:pt x="1801257" y="101306"/>
                  </a:lnTo>
                  <a:lnTo>
                    <a:pt x="1798857" y="106838"/>
                  </a:lnTo>
                  <a:lnTo>
                    <a:pt x="1802720" y="116625"/>
                  </a:lnTo>
                  <a:lnTo>
                    <a:pt x="1808252" y="119025"/>
                  </a:lnTo>
                  <a:lnTo>
                    <a:pt x="1818057" y="115154"/>
                  </a:lnTo>
                  <a:lnTo>
                    <a:pt x="1820457" y="109622"/>
                  </a:lnTo>
                  <a:lnTo>
                    <a:pt x="1816594" y="99835"/>
                  </a:lnTo>
                  <a:lnTo>
                    <a:pt x="1811060" y="97435"/>
                  </a:lnTo>
                  <a:close/>
                </a:path>
                <a:path extrusionOk="0" h="1029335" w="2069465">
                  <a:moveTo>
                    <a:pt x="1846505" y="83405"/>
                  </a:moveTo>
                  <a:lnTo>
                    <a:pt x="1836700" y="87276"/>
                  </a:lnTo>
                  <a:lnTo>
                    <a:pt x="1834300" y="92809"/>
                  </a:lnTo>
                  <a:lnTo>
                    <a:pt x="1838163" y="102595"/>
                  </a:lnTo>
                  <a:lnTo>
                    <a:pt x="1843697" y="104995"/>
                  </a:lnTo>
                  <a:lnTo>
                    <a:pt x="1853500" y="101125"/>
                  </a:lnTo>
                  <a:lnTo>
                    <a:pt x="1855900" y="95592"/>
                  </a:lnTo>
                  <a:lnTo>
                    <a:pt x="1852037" y="85807"/>
                  </a:lnTo>
                  <a:lnTo>
                    <a:pt x="1846505" y="83405"/>
                  </a:lnTo>
                  <a:close/>
                </a:path>
                <a:path extrusionOk="0" h="1029335" w="2069465">
                  <a:moveTo>
                    <a:pt x="1881948" y="69376"/>
                  </a:moveTo>
                  <a:lnTo>
                    <a:pt x="1872143" y="73247"/>
                  </a:lnTo>
                  <a:lnTo>
                    <a:pt x="1869743" y="78779"/>
                  </a:lnTo>
                  <a:lnTo>
                    <a:pt x="1873606" y="88565"/>
                  </a:lnTo>
                  <a:lnTo>
                    <a:pt x="1879140" y="90966"/>
                  </a:lnTo>
                  <a:lnTo>
                    <a:pt x="1888943" y="87095"/>
                  </a:lnTo>
                  <a:lnTo>
                    <a:pt x="1891343" y="81563"/>
                  </a:lnTo>
                  <a:lnTo>
                    <a:pt x="1887480" y="71777"/>
                  </a:lnTo>
                  <a:lnTo>
                    <a:pt x="1881948" y="69376"/>
                  </a:lnTo>
                  <a:close/>
                </a:path>
                <a:path extrusionOk="0" h="1029335" w="2069465">
                  <a:moveTo>
                    <a:pt x="1917388" y="55346"/>
                  </a:moveTo>
                  <a:lnTo>
                    <a:pt x="1907585" y="59218"/>
                  </a:lnTo>
                  <a:lnTo>
                    <a:pt x="1905186" y="64752"/>
                  </a:lnTo>
                  <a:lnTo>
                    <a:pt x="1909052" y="74537"/>
                  </a:lnTo>
                  <a:lnTo>
                    <a:pt x="1914584" y="76936"/>
                  </a:lnTo>
                  <a:lnTo>
                    <a:pt x="1924387" y="73064"/>
                  </a:lnTo>
                  <a:lnTo>
                    <a:pt x="1926788" y="67530"/>
                  </a:lnTo>
                  <a:lnTo>
                    <a:pt x="1922922" y="57746"/>
                  </a:lnTo>
                  <a:lnTo>
                    <a:pt x="1917388" y="55346"/>
                  </a:lnTo>
                  <a:close/>
                </a:path>
                <a:path extrusionOk="0" h="1029335" w="2069465">
                  <a:moveTo>
                    <a:pt x="1952956" y="41508"/>
                  </a:moveTo>
                  <a:lnTo>
                    <a:pt x="1943135" y="45333"/>
                  </a:lnTo>
                  <a:lnTo>
                    <a:pt x="1940709" y="50855"/>
                  </a:lnTo>
                  <a:lnTo>
                    <a:pt x="1944528" y="60659"/>
                  </a:lnTo>
                  <a:lnTo>
                    <a:pt x="1950049" y="63084"/>
                  </a:lnTo>
                  <a:lnTo>
                    <a:pt x="1959871" y="59259"/>
                  </a:lnTo>
                  <a:lnTo>
                    <a:pt x="1962297" y="53737"/>
                  </a:lnTo>
                  <a:lnTo>
                    <a:pt x="1958478" y="43934"/>
                  </a:lnTo>
                  <a:lnTo>
                    <a:pt x="1952956" y="41508"/>
                  </a:lnTo>
                  <a:close/>
                </a:path>
                <a:path extrusionOk="0" h="1029335" w="2069465">
                  <a:moveTo>
                    <a:pt x="1988475" y="27673"/>
                  </a:moveTo>
                  <a:lnTo>
                    <a:pt x="1978654" y="31498"/>
                  </a:lnTo>
                  <a:lnTo>
                    <a:pt x="1976229" y="37019"/>
                  </a:lnTo>
                  <a:lnTo>
                    <a:pt x="1980048" y="46823"/>
                  </a:lnTo>
                  <a:lnTo>
                    <a:pt x="1985568" y="49249"/>
                  </a:lnTo>
                  <a:lnTo>
                    <a:pt x="1995390" y="45424"/>
                  </a:lnTo>
                  <a:lnTo>
                    <a:pt x="1997816" y="39902"/>
                  </a:lnTo>
                  <a:lnTo>
                    <a:pt x="1993997" y="30099"/>
                  </a:lnTo>
                  <a:lnTo>
                    <a:pt x="1988475" y="27673"/>
                  </a:lnTo>
                  <a:close/>
                </a:path>
                <a:path extrusionOk="0" h="1029335" w="2069465">
                  <a:moveTo>
                    <a:pt x="2023995" y="13836"/>
                  </a:moveTo>
                  <a:lnTo>
                    <a:pt x="2014174" y="17663"/>
                  </a:lnTo>
                  <a:lnTo>
                    <a:pt x="2011748" y="23183"/>
                  </a:lnTo>
                  <a:lnTo>
                    <a:pt x="2015567" y="32988"/>
                  </a:lnTo>
                  <a:lnTo>
                    <a:pt x="2021089" y="35412"/>
                  </a:lnTo>
                  <a:lnTo>
                    <a:pt x="2030910" y="31587"/>
                  </a:lnTo>
                  <a:lnTo>
                    <a:pt x="2033336" y="26065"/>
                  </a:lnTo>
                  <a:lnTo>
                    <a:pt x="2029515" y="16262"/>
                  </a:lnTo>
                  <a:lnTo>
                    <a:pt x="2023995" y="13836"/>
                  </a:lnTo>
                  <a:close/>
                </a:path>
                <a:path extrusionOk="0" h="1029335" w="2069465">
                  <a:moveTo>
                    <a:pt x="2059514" y="0"/>
                  </a:moveTo>
                  <a:lnTo>
                    <a:pt x="2049693" y="3826"/>
                  </a:lnTo>
                  <a:lnTo>
                    <a:pt x="2047267" y="9348"/>
                  </a:lnTo>
                  <a:lnTo>
                    <a:pt x="2051086" y="19151"/>
                  </a:lnTo>
                  <a:lnTo>
                    <a:pt x="2056607" y="21577"/>
                  </a:lnTo>
                  <a:lnTo>
                    <a:pt x="2066429" y="17750"/>
                  </a:lnTo>
                  <a:lnTo>
                    <a:pt x="2068855" y="12230"/>
                  </a:lnTo>
                  <a:lnTo>
                    <a:pt x="2065036" y="2425"/>
                  </a:lnTo>
                  <a:lnTo>
                    <a:pt x="2059514" y="0"/>
                  </a:lnTo>
                  <a:close/>
                </a:path>
              </a:pathLst>
            </a:custGeom>
            <a:solidFill>
              <a:srgbClr val="42BA9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3" name="Google Shape;413;p20"/>
          <p:cNvSpPr txBox="1"/>
          <p:nvPr/>
        </p:nvSpPr>
        <p:spPr>
          <a:xfrm>
            <a:off x="5235369" y="3231896"/>
            <a:ext cx="2235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5061633" y="2957576"/>
            <a:ext cx="4013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5061633" y="2683255"/>
            <a:ext cx="4013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5061633" y="2411984"/>
            <a:ext cx="4013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5061633" y="2137664"/>
            <a:ext cx="4013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 txBox="1"/>
          <p:nvPr/>
        </p:nvSpPr>
        <p:spPr>
          <a:xfrm>
            <a:off x="5061633" y="1863344"/>
            <a:ext cx="4013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 txBox="1"/>
          <p:nvPr/>
        </p:nvSpPr>
        <p:spPr>
          <a:xfrm>
            <a:off x="5061633" y="1589023"/>
            <a:ext cx="4013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6000.00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5514958" y="3384296"/>
            <a:ext cx="276479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	2	4	6	8	10	12	14	16	18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21" name="Google Shape;421;p20"/>
          <p:cNvSpPr txBox="1"/>
          <p:nvPr>
            <p:ph type="title"/>
          </p:nvPr>
        </p:nvSpPr>
        <p:spPr>
          <a:xfrm>
            <a:off x="5749695" y="1278635"/>
            <a:ext cx="188785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Accommodates and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20"/>
          <p:cNvGrpSpPr/>
          <p:nvPr/>
        </p:nvGrpSpPr>
        <p:grpSpPr>
          <a:xfrm>
            <a:off x="9133006" y="1681278"/>
            <a:ext cx="2678494" cy="1679045"/>
            <a:chOff x="9133006" y="1681278"/>
            <a:chExt cx="2678494" cy="1679045"/>
          </a:xfrm>
        </p:grpSpPr>
        <p:sp>
          <p:nvSpPr>
            <p:cNvPr id="423" name="Google Shape;423;p20"/>
            <p:cNvSpPr/>
            <p:nvPr/>
          </p:nvSpPr>
          <p:spPr>
            <a:xfrm>
              <a:off x="9169265" y="1728216"/>
              <a:ext cx="2642235" cy="1548765"/>
            </a:xfrm>
            <a:custGeom>
              <a:rect b="b" l="l" r="r" t="t"/>
              <a:pathLst>
                <a:path extrusionOk="0" h="1548764" w="2642234">
                  <a:moveTo>
                    <a:pt x="0" y="1548384"/>
                  </a:moveTo>
                  <a:lnTo>
                    <a:pt x="2641926" y="1548384"/>
                  </a:lnTo>
                </a:path>
                <a:path extrusionOk="0" h="1548764" w="2642234">
                  <a:moveTo>
                    <a:pt x="0" y="1502664"/>
                  </a:moveTo>
                  <a:lnTo>
                    <a:pt x="2641926" y="1502664"/>
                  </a:lnTo>
                </a:path>
                <a:path extrusionOk="0" h="1548764" w="2642234">
                  <a:moveTo>
                    <a:pt x="0" y="1453896"/>
                  </a:moveTo>
                  <a:lnTo>
                    <a:pt x="2641926" y="1453896"/>
                  </a:lnTo>
                </a:path>
                <a:path extrusionOk="0" h="1548764" w="2642234">
                  <a:moveTo>
                    <a:pt x="0" y="1408176"/>
                  </a:moveTo>
                  <a:lnTo>
                    <a:pt x="2641926" y="1408176"/>
                  </a:lnTo>
                </a:path>
                <a:path extrusionOk="0" h="1548764" w="2642234">
                  <a:moveTo>
                    <a:pt x="0" y="1313688"/>
                  </a:moveTo>
                  <a:lnTo>
                    <a:pt x="2641926" y="1313688"/>
                  </a:lnTo>
                </a:path>
                <a:path extrusionOk="0" h="1548764" w="2642234">
                  <a:moveTo>
                    <a:pt x="0" y="1267968"/>
                  </a:moveTo>
                  <a:lnTo>
                    <a:pt x="2641926" y="1267968"/>
                  </a:lnTo>
                </a:path>
                <a:path extrusionOk="0" h="1548764" w="2642234">
                  <a:moveTo>
                    <a:pt x="0" y="1219200"/>
                  </a:moveTo>
                  <a:lnTo>
                    <a:pt x="2641926" y="1219200"/>
                  </a:lnTo>
                </a:path>
                <a:path extrusionOk="0" h="1548764" w="2642234">
                  <a:moveTo>
                    <a:pt x="0" y="1173480"/>
                  </a:moveTo>
                  <a:lnTo>
                    <a:pt x="2641926" y="1173480"/>
                  </a:lnTo>
                </a:path>
                <a:path extrusionOk="0" h="1548764" w="2642234">
                  <a:moveTo>
                    <a:pt x="0" y="1078992"/>
                  </a:moveTo>
                  <a:lnTo>
                    <a:pt x="2641926" y="1078992"/>
                  </a:lnTo>
                </a:path>
                <a:path extrusionOk="0" h="1548764" w="2642234">
                  <a:moveTo>
                    <a:pt x="0" y="1033272"/>
                  </a:moveTo>
                  <a:lnTo>
                    <a:pt x="2641926" y="1033272"/>
                  </a:lnTo>
                </a:path>
                <a:path extrusionOk="0" h="1548764" w="2642234">
                  <a:moveTo>
                    <a:pt x="0" y="984504"/>
                  </a:moveTo>
                  <a:lnTo>
                    <a:pt x="2641926" y="984504"/>
                  </a:lnTo>
                </a:path>
                <a:path extrusionOk="0" h="1548764" w="2642234">
                  <a:moveTo>
                    <a:pt x="0" y="938784"/>
                  </a:moveTo>
                  <a:lnTo>
                    <a:pt x="2641926" y="938784"/>
                  </a:lnTo>
                </a:path>
                <a:path extrusionOk="0" h="1548764" w="2642234">
                  <a:moveTo>
                    <a:pt x="0" y="844296"/>
                  </a:moveTo>
                  <a:lnTo>
                    <a:pt x="2641926" y="844296"/>
                  </a:lnTo>
                </a:path>
                <a:path extrusionOk="0" h="1548764" w="2642234">
                  <a:moveTo>
                    <a:pt x="0" y="798576"/>
                  </a:moveTo>
                  <a:lnTo>
                    <a:pt x="2641926" y="798576"/>
                  </a:lnTo>
                </a:path>
                <a:path extrusionOk="0" h="1548764" w="2642234">
                  <a:moveTo>
                    <a:pt x="0" y="749808"/>
                  </a:moveTo>
                  <a:lnTo>
                    <a:pt x="2641926" y="749808"/>
                  </a:lnTo>
                </a:path>
                <a:path extrusionOk="0" h="1548764" w="2642234">
                  <a:moveTo>
                    <a:pt x="0" y="704088"/>
                  </a:moveTo>
                  <a:lnTo>
                    <a:pt x="2641926" y="704088"/>
                  </a:lnTo>
                </a:path>
                <a:path extrusionOk="0" h="1548764" w="2642234">
                  <a:moveTo>
                    <a:pt x="0" y="609600"/>
                  </a:moveTo>
                  <a:lnTo>
                    <a:pt x="2641926" y="609600"/>
                  </a:lnTo>
                </a:path>
                <a:path extrusionOk="0" h="1548764" w="2642234">
                  <a:moveTo>
                    <a:pt x="0" y="563880"/>
                  </a:moveTo>
                  <a:lnTo>
                    <a:pt x="2641926" y="563880"/>
                  </a:lnTo>
                </a:path>
                <a:path extrusionOk="0" h="1548764" w="2642234">
                  <a:moveTo>
                    <a:pt x="0" y="515112"/>
                  </a:moveTo>
                  <a:lnTo>
                    <a:pt x="2641926" y="515112"/>
                  </a:lnTo>
                </a:path>
                <a:path extrusionOk="0" h="1548764" w="2642234">
                  <a:moveTo>
                    <a:pt x="0" y="469392"/>
                  </a:moveTo>
                  <a:lnTo>
                    <a:pt x="2641926" y="469392"/>
                  </a:lnTo>
                </a:path>
                <a:path extrusionOk="0" h="1548764" w="2642234">
                  <a:moveTo>
                    <a:pt x="0" y="374904"/>
                  </a:moveTo>
                  <a:lnTo>
                    <a:pt x="2641926" y="374904"/>
                  </a:lnTo>
                </a:path>
                <a:path extrusionOk="0" h="1548764" w="2642234">
                  <a:moveTo>
                    <a:pt x="0" y="329184"/>
                  </a:moveTo>
                  <a:lnTo>
                    <a:pt x="2641926" y="329184"/>
                  </a:lnTo>
                </a:path>
                <a:path extrusionOk="0" h="1548764" w="2642234">
                  <a:moveTo>
                    <a:pt x="0" y="280416"/>
                  </a:moveTo>
                  <a:lnTo>
                    <a:pt x="2641926" y="280416"/>
                  </a:lnTo>
                </a:path>
                <a:path extrusionOk="0" h="1548764" w="2642234">
                  <a:moveTo>
                    <a:pt x="0" y="234696"/>
                  </a:moveTo>
                  <a:lnTo>
                    <a:pt x="2641926" y="234696"/>
                  </a:lnTo>
                </a:path>
                <a:path extrusionOk="0" h="1548764" w="2642234">
                  <a:moveTo>
                    <a:pt x="0" y="140208"/>
                  </a:moveTo>
                  <a:lnTo>
                    <a:pt x="2641926" y="140208"/>
                  </a:lnTo>
                </a:path>
                <a:path extrusionOk="0" h="1548764" w="2642234">
                  <a:moveTo>
                    <a:pt x="0" y="94488"/>
                  </a:moveTo>
                  <a:lnTo>
                    <a:pt x="2641926" y="94488"/>
                  </a:lnTo>
                </a:path>
                <a:path extrusionOk="0" h="1548764" w="2642234">
                  <a:moveTo>
                    <a:pt x="0" y="45720"/>
                  </a:moveTo>
                  <a:lnTo>
                    <a:pt x="2641926" y="45720"/>
                  </a:lnTo>
                </a:path>
                <a:path extrusionOk="0" h="1548764" w="2642234">
                  <a:moveTo>
                    <a:pt x="0" y="0"/>
                  </a:moveTo>
                  <a:lnTo>
                    <a:pt x="2641926" y="0"/>
                  </a:lnTo>
                </a:path>
              </a:pathLst>
            </a:cu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9169265" y="1681279"/>
              <a:ext cx="2642235" cy="1406525"/>
            </a:xfrm>
            <a:custGeom>
              <a:rect b="b" l="l" r="r" t="t"/>
              <a:pathLst>
                <a:path extrusionOk="0" h="1406525" w="2642234">
                  <a:moveTo>
                    <a:pt x="0" y="1406345"/>
                  </a:moveTo>
                  <a:lnTo>
                    <a:pt x="2641926" y="1406345"/>
                  </a:lnTo>
                </a:path>
                <a:path extrusionOk="0" h="1406525" w="2642234">
                  <a:moveTo>
                    <a:pt x="0" y="1171649"/>
                  </a:moveTo>
                  <a:lnTo>
                    <a:pt x="2641926" y="1171649"/>
                  </a:lnTo>
                </a:path>
                <a:path extrusionOk="0" h="1406525" w="2642234">
                  <a:moveTo>
                    <a:pt x="0" y="936953"/>
                  </a:moveTo>
                  <a:lnTo>
                    <a:pt x="2641926" y="936953"/>
                  </a:lnTo>
                </a:path>
                <a:path extrusionOk="0" h="1406525" w="2642234">
                  <a:moveTo>
                    <a:pt x="0" y="705305"/>
                  </a:moveTo>
                  <a:lnTo>
                    <a:pt x="2641926" y="705305"/>
                  </a:lnTo>
                </a:path>
                <a:path extrusionOk="0" h="1406525" w="2642234">
                  <a:moveTo>
                    <a:pt x="0" y="470609"/>
                  </a:moveTo>
                  <a:lnTo>
                    <a:pt x="2641926" y="470609"/>
                  </a:lnTo>
                </a:path>
                <a:path extrusionOk="0" h="1406525" w="2642234">
                  <a:moveTo>
                    <a:pt x="0" y="235913"/>
                  </a:moveTo>
                  <a:lnTo>
                    <a:pt x="2641926" y="235913"/>
                  </a:lnTo>
                </a:path>
                <a:path extrusionOk="0" h="1406525" w="2642234">
                  <a:moveTo>
                    <a:pt x="0" y="0"/>
                  </a:moveTo>
                  <a:lnTo>
                    <a:pt x="2641926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9256776" y="1681279"/>
              <a:ext cx="2466340" cy="1642745"/>
            </a:xfrm>
            <a:custGeom>
              <a:rect b="b" l="l" r="r" t="t"/>
              <a:pathLst>
                <a:path extrusionOk="0" h="1642745" w="2466340">
                  <a:moveTo>
                    <a:pt x="0" y="0"/>
                  </a:moveTo>
                  <a:lnTo>
                    <a:pt x="0" y="1642215"/>
                  </a:lnTo>
                </a:path>
                <a:path extrusionOk="0" h="1642745" w="2466340">
                  <a:moveTo>
                    <a:pt x="88392" y="0"/>
                  </a:moveTo>
                  <a:lnTo>
                    <a:pt x="88392" y="1642215"/>
                  </a:lnTo>
                </a:path>
                <a:path extrusionOk="0" h="1642745" w="2466340">
                  <a:moveTo>
                    <a:pt x="176784" y="0"/>
                  </a:moveTo>
                  <a:lnTo>
                    <a:pt x="176784" y="1642215"/>
                  </a:lnTo>
                </a:path>
                <a:path extrusionOk="0" h="1642745" w="2466340">
                  <a:moveTo>
                    <a:pt x="265176" y="0"/>
                  </a:moveTo>
                  <a:lnTo>
                    <a:pt x="265176" y="1642215"/>
                  </a:lnTo>
                </a:path>
                <a:path extrusionOk="0" h="1642745" w="2466340">
                  <a:moveTo>
                    <a:pt x="441960" y="0"/>
                  </a:moveTo>
                  <a:lnTo>
                    <a:pt x="441960" y="1642215"/>
                  </a:lnTo>
                </a:path>
                <a:path extrusionOk="0" h="1642745" w="2466340">
                  <a:moveTo>
                    <a:pt x="530352" y="0"/>
                  </a:moveTo>
                  <a:lnTo>
                    <a:pt x="530352" y="1642215"/>
                  </a:lnTo>
                </a:path>
                <a:path extrusionOk="0" h="1642745" w="2466340">
                  <a:moveTo>
                    <a:pt x="615696" y="0"/>
                  </a:moveTo>
                  <a:lnTo>
                    <a:pt x="615696" y="1642215"/>
                  </a:lnTo>
                </a:path>
                <a:path extrusionOk="0" h="1642745" w="2466340">
                  <a:moveTo>
                    <a:pt x="704088" y="0"/>
                  </a:moveTo>
                  <a:lnTo>
                    <a:pt x="704088" y="1642215"/>
                  </a:lnTo>
                </a:path>
                <a:path extrusionOk="0" h="1642745" w="2466340">
                  <a:moveTo>
                    <a:pt x="880872" y="0"/>
                  </a:moveTo>
                  <a:lnTo>
                    <a:pt x="880872" y="1642215"/>
                  </a:lnTo>
                </a:path>
                <a:path extrusionOk="0" h="1642745" w="2466340">
                  <a:moveTo>
                    <a:pt x="969264" y="0"/>
                  </a:moveTo>
                  <a:lnTo>
                    <a:pt x="969264" y="1642215"/>
                  </a:lnTo>
                </a:path>
                <a:path extrusionOk="0" h="1642745" w="2466340">
                  <a:moveTo>
                    <a:pt x="1057656" y="0"/>
                  </a:moveTo>
                  <a:lnTo>
                    <a:pt x="1057656" y="1642215"/>
                  </a:lnTo>
                </a:path>
                <a:path extrusionOk="0" h="1642745" w="2466340">
                  <a:moveTo>
                    <a:pt x="1146048" y="0"/>
                  </a:moveTo>
                  <a:lnTo>
                    <a:pt x="1146048" y="1642215"/>
                  </a:lnTo>
                </a:path>
                <a:path extrusionOk="0" h="1642745" w="2466340">
                  <a:moveTo>
                    <a:pt x="1322832" y="0"/>
                  </a:moveTo>
                  <a:lnTo>
                    <a:pt x="1322832" y="1642215"/>
                  </a:lnTo>
                </a:path>
                <a:path extrusionOk="0" h="1642745" w="2466340">
                  <a:moveTo>
                    <a:pt x="1408176" y="0"/>
                  </a:moveTo>
                  <a:lnTo>
                    <a:pt x="1408176" y="1642215"/>
                  </a:lnTo>
                </a:path>
                <a:path extrusionOk="0" h="1642745" w="2466340">
                  <a:moveTo>
                    <a:pt x="1496568" y="0"/>
                  </a:moveTo>
                  <a:lnTo>
                    <a:pt x="1496568" y="1642215"/>
                  </a:lnTo>
                </a:path>
                <a:path extrusionOk="0" h="1642745" w="2466340">
                  <a:moveTo>
                    <a:pt x="1584960" y="0"/>
                  </a:moveTo>
                  <a:lnTo>
                    <a:pt x="1584960" y="1642215"/>
                  </a:lnTo>
                </a:path>
                <a:path extrusionOk="0" h="1642745" w="2466340">
                  <a:moveTo>
                    <a:pt x="1761744" y="0"/>
                  </a:moveTo>
                  <a:lnTo>
                    <a:pt x="1761744" y="1642215"/>
                  </a:lnTo>
                </a:path>
                <a:path extrusionOk="0" h="1642745" w="2466340">
                  <a:moveTo>
                    <a:pt x="1850136" y="0"/>
                  </a:moveTo>
                  <a:lnTo>
                    <a:pt x="1850136" y="1642215"/>
                  </a:lnTo>
                </a:path>
                <a:path extrusionOk="0" h="1642745" w="2466340">
                  <a:moveTo>
                    <a:pt x="1938528" y="0"/>
                  </a:moveTo>
                  <a:lnTo>
                    <a:pt x="1938528" y="1642215"/>
                  </a:lnTo>
                </a:path>
                <a:path extrusionOk="0" h="1642745" w="2466340">
                  <a:moveTo>
                    <a:pt x="2026920" y="0"/>
                  </a:moveTo>
                  <a:lnTo>
                    <a:pt x="2026920" y="1642215"/>
                  </a:lnTo>
                </a:path>
                <a:path extrusionOk="0" h="1642745" w="2466340">
                  <a:moveTo>
                    <a:pt x="2200656" y="0"/>
                  </a:moveTo>
                  <a:lnTo>
                    <a:pt x="2200656" y="1642215"/>
                  </a:lnTo>
                </a:path>
                <a:path extrusionOk="0" h="1642745" w="2466340">
                  <a:moveTo>
                    <a:pt x="2289048" y="0"/>
                  </a:moveTo>
                  <a:lnTo>
                    <a:pt x="2289048" y="1642215"/>
                  </a:lnTo>
                </a:path>
                <a:path extrusionOk="0" h="1642745" w="2466340">
                  <a:moveTo>
                    <a:pt x="2377440" y="0"/>
                  </a:moveTo>
                  <a:lnTo>
                    <a:pt x="2377440" y="1642215"/>
                  </a:lnTo>
                </a:path>
                <a:path extrusionOk="0" h="1642745" w="2466340">
                  <a:moveTo>
                    <a:pt x="2465832" y="0"/>
                  </a:moveTo>
                  <a:lnTo>
                    <a:pt x="2465832" y="1642215"/>
                  </a:lnTo>
                </a:path>
              </a:pathLst>
            </a:cu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9610344" y="1681279"/>
              <a:ext cx="2200910" cy="1642745"/>
            </a:xfrm>
            <a:custGeom>
              <a:rect b="b" l="l" r="r" t="t"/>
              <a:pathLst>
                <a:path extrusionOk="0" h="1642745" w="2200909">
                  <a:moveTo>
                    <a:pt x="0" y="0"/>
                  </a:moveTo>
                  <a:lnTo>
                    <a:pt x="0" y="1642215"/>
                  </a:lnTo>
                </a:path>
                <a:path extrusionOk="0" h="1642745" w="2200909">
                  <a:moveTo>
                    <a:pt x="438912" y="0"/>
                  </a:moveTo>
                  <a:lnTo>
                    <a:pt x="438912" y="1642215"/>
                  </a:lnTo>
                </a:path>
                <a:path extrusionOk="0" h="1642745" w="2200909">
                  <a:moveTo>
                    <a:pt x="880872" y="0"/>
                  </a:moveTo>
                  <a:lnTo>
                    <a:pt x="880872" y="1642215"/>
                  </a:lnTo>
                </a:path>
                <a:path extrusionOk="0" h="1642745" w="2200909">
                  <a:moveTo>
                    <a:pt x="1319784" y="0"/>
                  </a:moveTo>
                  <a:lnTo>
                    <a:pt x="1319784" y="1642215"/>
                  </a:lnTo>
                </a:path>
                <a:path extrusionOk="0" h="1642745" w="2200909">
                  <a:moveTo>
                    <a:pt x="1761744" y="0"/>
                  </a:moveTo>
                  <a:lnTo>
                    <a:pt x="1761744" y="1642215"/>
                  </a:lnTo>
                </a:path>
                <a:path extrusionOk="0" h="1642745" w="2200909">
                  <a:moveTo>
                    <a:pt x="2200847" y="0"/>
                  </a:moveTo>
                  <a:lnTo>
                    <a:pt x="2200847" y="1642215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9169265" y="1681278"/>
              <a:ext cx="0" cy="1642745"/>
            </a:xfrm>
            <a:custGeom>
              <a:rect b="b" l="l" r="r" t="t"/>
              <a:pathLst>
                <a:path extrusionOk="0" h="1642745" w="120000">
                  <a:moveTo>
                    <a:pt x="0" y="164221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9133006" y="1681279"/>
              <a:ext cx="36830" cy="1642745"/>
            </a:xfrm>
            <a:custGeom>
              <a:rect b="b" l="l" r="r" t="t"/>
              <a:pathLst>
                <a:path extrusionOk="0" h="1642745" w="36829">
                  <a:moveTo>
                    <a:pt x="0" y="1642215"/>
                  </a:moveTo>
                  <a:lnTo>
                    <a:pt x="36258" y="1642215"/>
                  </a:lnTo>
                </a:path>
                <a:path extrusionOk="0" h="1642745" w="36829">
                  <a:moveTo>
                    <a:pt x="0" y="1406345"/>
                  </a:moveTo>
                  <a:lnTo>
                    <a:pt x="36258" y="1406345"/>
                  </a:lnTo>
                </a:path>
                <a:path extrusionOk="0" h="1642745" w="36829">
                  <a:moveTo>
                    <a:pt x="0" y="1171649"/>
                  </a:moveTo>
                  <a:lnTo>
                    <a:pt x="36258" y="1171649"/>
                  </a:lnTo>
                </a:path>
                <a:path extrusionOk="0" h="1642745" w="36829">
                  <a:moveTo>
                    <a:pt x="0" y="936953"/>
                  </a:moveTo>
                  <a:lnTo>
                    <a:pt x="36258" y="936953"/>
                  </a:lnTo>
                </a:path>
                <a:path extrusionOk="0" h="1642745" w="36829">
                  <a:moveTo>
                    <a:pt x="0" y="705305"/>
                  </a:moveTo>
                  <a:lnTo>
                    <a:pt x="36258" y="705305"/>
                  </a:lnTo>
                </a:path>
                <a:path extrusionOk="0" h="1642745" w="36829">
                  <a:moveTo>
                    <a:pt x="0" y="470609"/>
                  </a:moveTo>
                  <a:lnTo>
                    <a:pt x="36258" y="470609"/>
                  </a:lnTo>
                </a:path>
                <a:path extrusionOk="0" h="1642745" w="36829">
                  <a:moveTo>
                    <a:pt x="0" y="235913"/>
                  </a:moveTo>
                  <a:lnTo>
                    <a:pt x="36258" y="235913"/>
                  </a:lnTo>
                </a:path>
                <a:path extrusionOk="0" h="1642745" w="36829">
                  <a:moveTo>
                    <a:pt x="0" y="0"/>
                  </a:moveTo>
                  <a:lnTo>
                    <a:pt x="36258" y="0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9169265" y="3323493"/>
              <a:ext cx="2642235" cy="36830"/>
            </a:xfrm>
            <a:custGeom>
              <a:rect b="b" l="l" r="r" t="t"/>
              <a:pathLst>
                <a:path extrusionOk="0" h="36829" w="2642234">
                  <a:moveTo>
                    <a:pt x="0" y="0"/>
                  </a:moveTo>
                  <a:lnTo>
                    <a:pt x="2641926" y="1"/>
                  </a:lnTo>
                </a:path>
                <a:path extrusionOk="0" h="36829" w="2642234">
                  <a:moveTo>
                    <a:pt x="0" y="0"/>
                  </a:moveTo>
                  <a:lnTo>
                    <a:pt x="0" y="36258"/>
                  </a:lnTo>
                </a:path>
                <a:path extrusionOk="0" h="36829" w="2642234">
                  <a:moveTo>
                    <a:pt x="441079" y="0"/>
                  </a:moveTo>
                  <a:lnTo>
                    <a:pt x="441079" y="36258"/>
                  </a:lnTo>
                </a:path>
                <a:path extrusionOk="0" h="36829" w="2642234">
                  <a:moveTo>
                    <a:pt x="879991" y="0"/>
                  </a:moveTo>
                  <a:lnTo>
                    <a:pt x="879991" y="36258"/>
                  </a:lnTo>
                </a:path>
                <a:path extrusionOk="0" h="36829" w="2642234">
                  <a:moveTo>
                    <a:pt x="1321951" y="0"/>
                  </a:moveTo>
                  <a:lnTo>
                    <a:pt x="1321951" y="36258"/>
                  </a:lnTo>
                </a:path>
                <a:path extrusionOk="0" h="36829" w="2642234">
                  <a:moveTo>
                    <a:pt x="1760863" y="0"/>
                  </a:moveTo>
                  <a:lnTo>
                    <a:pt x="1760863" y="36258"/>
                  </a:lnTo>
                </a:path>
                <a:path extrusionOk="0" h="36829" w="2642234">
                  <a:moveTo>
                    <a:pt x="2202823" y="0"/>
                  </a:moveTo>
                  <a:lnTo>
                    <a:pt x="2202823" y="36258"/>
                  </a:lnTo>
                </a:path>
                <a:path extrusionOk="0" h="36829" w="2642234">
                  <a:moveTo>
                    <a:pt x="2641926" y="0"/>
                  </a:moveTo>
                  <a:lnTo>
                    <a:pt x="2641926" y="36258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0" name="Google Shape;430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354050" y="2956549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1" name="Google Shape;431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896338" y="1847077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573506" y="1978723"/>
              <a:ext cx="1832229" cy="8998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3" name="Google Shape;433;p20"/>
          <p:cNvSpPr txBox="1"/>
          <p:nvPr/>
        </p:nvSpPr>
        <p:spPr>
          <a:xfrm>
            <a:off x="8674282" y="1589023"/>
            <a:ext cx="401320" cy="1805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7000.00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6000.00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8890" rtl="0" algn="r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 txBox="1"/>
          <p:nvPr/>
        </p:nvSpPr>
        <p:spPr>
          <a:xfrm>
            <a:off x="9127609" y="3384296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0"/>
          <p:cNvSpPr txBox="1"/>
          <p:nvPr/>
        </p:nvSpPr>
        <p:spPr>
          <a:xfrm>
            <a:off x="9567929" y="3384296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 txBox="1"/>
          <p:nvPr/>
        </p:nvSpPr>
        <p:spPr>
          <a:xfrm>
            <a:off x="10008251" y="3384296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 txBox="1"/>
          <p:nvPr/>
        </p:nvSpPr>
        <p:spPr>
          <a:xfrm>
            <a:off x="10448572" y="3384296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 txBox="1"/>
          <p:nvPr/>
        </p:nvSpPr>
        <p:spPr>
          <a:xfrm>
            <a:off x="10888892" y="3384296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 txBox="1"/>
          <p:nvPr/>
        </p:nvSpPr>
        <p:spPr>
          <a:xfrm>
            <a:off x="11300258" y="3384296"/>
            <a:ext cx="1530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0"/>
          <p:cNvSpPr txBox="1"/>
          <p:nvPr/>
        </p:nvSpPr>
        <p:spPr>
          <a:xfrm>
            <a:off x="11740578" y="3384296"/>
            <a:ext cx="1530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0"/>
          <p:cNvSpPr txBox="1"/>
          <p:nvPr/>
        </p:nvSpPr>
        <p:spPr>
          <a:xfrm>
            <a:off x="9555476" y="1278635"/>
            <a:ext cx="150177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Bedrooms and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2" name="Google Shape;442;p20"/>
          <p:cNvGrpSpPr/>
          <p:nvPr/>
        </p:nvGrpSpPr>
        <p:grpSpPr>
          <a:xfrm>
            <a:off x="5520357" y="4145710"/>
            <a:ext cx="2678635" cy="1679655"/>
            <a:chOff x="5520357" y="4145710"/>
            <a:chExt cx="2678635" cy="1679655"/>
          </a:xfrm>
        </p:grpSpPr>
        <p:sp>
          <p:nvSpPr>
            <p:cNvPr id="443" name="Google Shape;443;p20"/>
            <p:cNvSpPr/>
            <p:nvPr/>
          </p:nvSpPr>
          <p:spPr>
            <a:xfrm>
              <a:off x="5556614" y="4187951"/>
              <a:ext cx="2642235" cy="1560830"/>
            </a:xfrm>
            <a:custGeom>
              <a:rect b="b" l="l" r="r" t="t"/>
              <a:pathLst>
                <a:path extrusionOk="0" h="1560829" w="2642234">
                  <a:moveTo>
                    <a:pt x="0" y="1560576"/>
                  </a:moveTo>
                  <a:lnTo>
                    <a:pt x="2641926" y="1560576"/>
                  </a:lnTo>
                </a:path>
                <a:path extrusionOk="0" h="1560829" w="2642234">
                  <a:moveTo>
                    <a:pt x="0" y="1517904"/>
                  </a:moveTo>
                  <a:lnTo>
                    <a:pt x="2641926" y="1517904"/>
                  </a:lnTo>
                </a:path>
                <a:path extrusionOk="0" h="1560829" w="2642234">
                  <a:moveTo>
                    <a:pt x="0" y="1478280"/>
                  </a:moveTo>
                  <a:lnTo>
                    <a:pt x="2641926" y="1478280"/>
                  </a:lnTo>
                </a:path>
                <a:path extrusionOk="0" h="1560829" w="2642234">
                  <a:moveTo>
                    <a:pt x="0" y="1435608"/>
                  </a:moveTo>
                  <a:lnTo>
                    <a:pt x="2641926" y="1435608"/>
                  </a:lnTo>
                </a:path>
                <a:path extrusionOk="0" h="1560829" w="2642234">
                  <a:moveTo>
                    <a:pt x="0" y="1353312"/>
                  </a:moveTo>
                  <a:lnTo>
                    <a:pt x="2641926" y="1353312"/>
                  </a:lnTo>
                </a:path>
                <a:path extrusionOk="0" h="1560829" w="2642234">
                  <a:moveTo>
                    <a:pt x="0" y="1313688"/>
                  </a:moveTo>
                  <a:lnTo>
                    <a:pt x="2641926" y="1313688"/>
                  </a:lnTo>
                </a:path>
                <a:path extrusionOk="0" h="1560829" w="2642234">
                  <a:moveTo>
                    <a:pt x="0" y="1271016"/>
                  </a:moveTo>
                  <a:lnTo>
                    <a:pt x="2641926" y="1271016"/>
                  </a:lnTo>
                </a:path>
                <a:path extrusionOk="0" h="1560829" w="2642234">
                  <a:moveTo>
                    <a:pt x="0" y="1231392"/>
                  </a:moveTo>
                  <a:lnTo>
                    <a:pt x="2641926" y="1231392"/>
                  </a:lnTo>
                </a:path>
                <a:path extrusionOk="0" h="1560829" w="2642234">
                  <a:moveTo>
                    <a:pt x="0" y="1149096"/>
                  </a:moveTo>
                  <a:lnTo>
                    <a:pt x="2641926" y="1149096"/>
                  </a:lnTo>
                </a:path>
                <a:path extrusionOk="0" h="1560829" w="2642234">
                  <a:moveTo>
                    <a:pt x="0" y="1106424"/>
                  </a:moveTo>
                  <a:lnTo>
                    <a:pt x="2641926" y="1106424"/>
                  </a:lnTo>
                </a:path>
                <a:path extrusionOk="0" h="1560829" w="2642234">
                  <a:moveTo>
                    <a:pt x="0" y="1066800"/>
                  </a:moveTo>
                  <a:lnTo>
                    <a:pt x="2641926" y="1066800"/>
                  </a:lnTo>
                </a:path>
                <a:path extrusionOk="0" h="1560829" w="2642234">
                  <a:moveTo>
                    <a:pt x="0" y="1024128"/>
                  </a:moveTo>
                  <a:lnTo>
                    <a:pt x="2641926" y="1024128"/>
                  </a:lnTo>
                </a:path>
                <a:path extrusionOk="0" h="1560829" w="2642234">
                  <a:moveTo>
                    <a:pt x="0" y="944880"/>
                  </a:moveTo>
                  <a:lnTo>
                    <a:pt x="2641926" y="944880"/>
                  </a:lnTo>
                </a:path>
                <a:path extrusionOk="0" h="1560829" w="2642234">
                  <a:moveTo>
                    <a:pt x="0" y="902208"/>
                  </a:moveTo>
                  <a:lnTo>
                    <a:pt x="2641926" y="902208"/>
                  </a:lnTo>
                </a:path>
                <a:path extrusionOk="0" h="1560829" w="2642234">
                  <a:moveTo>
                    <a:pt x="0" y="862584"/>
                  </a:moveTo>
                  <a:lnTo>
                    <a:pt x="2641926" y="862584"/>
                  </a:lnTo>
                </a:path>
                <a:path extrusionOk="0" h="1560829" w="2642234">
                  <a:moveTo>
                    <a:pt x="0" y="819912"/>
                  </a:moveTo>
                  <a:lnTo>
                    <a:pt x="2641926" y="819912"/>
                  </a:lnTo>
                </a:path>
                <a:path extrusionOk="0" h="1560829" w="2642234">
                  <a:moveTo>
                    <a:pt x="0" y="737616"/>
                  </a:moveTo>
                  <a:lnTo>
                    <a:pt x="2641926" y="737616"/>
                  </a:lnTo>
                </a:path>
                <a:path extrusionOk="0" h="1560829" w="2642234">
                  <a:moveTo>
                    <a:pt x="0" y="697992"/>
                  </a:moveTo>
                  <a:lnTo>
                    <a:pt x="2641926" y="697992"/>
                  </a:lnTo>
                </a:path>
                <a:path extrusionOk="0" h="1560829" w="2642234">
                  <a:moveTo>
                    <a:pt x="0" y="655320"/>
                  </a:moveTo>
                  <a:lnTo>
                    <a:pt x="2641926" y="655320"/>
                  </a:lnTo>
                </a:path>
                <a:path extrusionOk="0" h="1560829" w="2642234">
                  <a:moveTo>
                    <a:pt x="0" y="615696"/>
                  </a:moveTo>
                  <a:lnTo>
                    <a:pt x="2641926" y="615696"/>
                  </a:lnTo>
                </a:path>
                <a:path extrusionOk="0" h="1560829" w="2642234">
                  <a:moveTo>
                    <a:pt x="0" y="533400"/>
                  </a:moveTo>
                  <a:lnTo>
                    <a:pt x="2641926" y="533400"/>
                  </a:lnTo>
                </a:path>
                <a:path extrusionOk="0" h="1560829" w="2642234">
                  <a:moveTo>
                    <a:pt x="0" y="490728"/>
                  </a:moveTo>
                  <a:lnTo>
                    <a:pt x="2641926" y="490728"/>
                  </a:lnTo>
                </a:path>
                <a:path extrusionOk="0" h="1560829" w="2642234">
                  <a:moveTo>
                    <a:pt x="0" y="451104"/>
                  </a:moveTo>
                  <a:lnTo>
                    <a:pt x="2641926" y="451104"/>
                  </a:lnTo>
                </a:path>
                <a:path extrusionOk="0" h="1560829" w="2642234">
                  <a:moveTo>
                    <a:pt x="0" y="408432"/>
                  </a:moveTo>
                  <a:lnTo>
                    <a:pt x="2641926" y="408432"/>
                  </a:lnTo>
                </a:path>
                <a:path extrusionOk="0" h="1560829" w="2642234">
                  <a:moveTo>
                    <a:pt x="0" y="326136"/>
                  </a:moveTo>
                  <a:lnTo>
                    <a:pt x="2641926" y="326136"/>
                  </a:lnTo>
                </a:path>
                <a:path extrusionOk="0" h="1560829" w="2642234">
                  <a:moveTo>
                    <a:pt x="0" y="286512"/>
                  </a:moveTo>
                  <a:lnTo>
                    <a:pt x="2641926" y="286512"/>
                  </a:lnTo>
                </a:path>
                <a:path extrusionOk="0" h="1560829" w="2642234">
                  <a:moveTo>
                    <a:pt x="0" y="243840"/>
                  </a:moveTo>
                  <a:lnTo>
                    <a:pt x="2641926" y="243840"/>
                  </a:lnTo>
                </a:path>
                <a:path extrusionOk="0" h="1560829" w="2642234">
                  <a:moveTo>
                    <a:pt x="0" y="204216"/>
                  </a:moveTo>
                  <a:lnTo>
                    <a:pt x="2641926" y="204216"/>
                  </a:lnTo>
                </a:path>
                <a:path extrusionOk="0" h="1560829" w="2642234">
                  <a:moveTo>
                    <a:pt x="0" y="121920"/>
                  </a:moveTo>
                  <a:lnTo>
                    <a:pt x="2641926" y="121920"/>
                  </a:lnTo>
                </a:path>
                <a:path extrusionOk="0" h="1560829" w="2642234">
                  <a:moveTo>
                    <a:pt x="0" y="82296"/>
                  </a:moveTo>
                  <a:lnTo>
                    <a:pt x="2641926" y="82296"/>
                  </a:lnTo>
                </a:path>
                <a:path extrusionOk="0" h="1560829" w="2642234">
                  <a:moveTo>
                    <a:pt x="0" y="39624"/>
                  </a:moveTo>
                  <a:lnTo>
                    <a:pt x="2641926" y="39624"/>
                  </a:lnTo>
                </a:path>
                <a:path extrusionOk="0" h="1560829" w="2642234">
                  <a:moveTo>
                    <a:pt x="0" y="0"/>
                  </a:moveTo>
                  <a:lnTo>
                    <a:pt x="2641926" y="0"/>
                  </a:lnTo>
                </a:path>
              </a:pathLst>
            </a:cu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5556614" y="4145710"/>
              <a:ext cx="2642235" cy="1438275"/>
            </a:xfrm>
            <a:custGeom>
              <a:rect b="b" l="l" r="r" t="t"/>
              <a:pathLst>
                <a:path extrusionOk="0" h="1438275" w="2642234">
                  <a:moveTo>
                    <a:pt x="0" y="1438225"/>
                  </a:moveTo>
                  <a:lnTo>
                    <a:pt x="2641926" y="1438225"/>
                  </a:lnTo>
                </a:path>
                <a:path extrusionOk="0" h="1438275" w="2642234">
                  <a:moveTo>
                    <a:pt x="0" y="1230961"/>
                  </a:moveTo>
                  <a:lnTo>
                    <a:pt x="2641926" y="1230961"/>
                  </a:lnTo>
                </a:path>
                <a:path extrusionOk="0" h="1438275" w="2642234">
                  <a:moveTo>
                    <a:pt x="0" y="1026745"/>
                  </a:moveTo>
                  <a:lnTo>
                    <a:pt x="2641926" y="1026745"/>
                  </a:lnTo>
                </a:path>
                <a:path extrusionOk="0" h="1438275" w="2642234">
                  <a:moveTo>
                    <a:pt x="0" y="822529"/>
                  </a:moveTo>
                  <a:lnTo>
                    <a:pt x="2641926" y="822529"/>
                  </a:lnTo>
                </a:path>
                <a:path extrusionOk="0" h="1438275" w="2642234">
                  <a:moveTo>
                    <a:pt x="0" y="615265"/>
                  </a:moveTo>
                  <a:lnTo>
                    <a:pt x="2641926" y="615265"/>
                  </a:lnTo>
                </a:path>
                <a:path extrusionOk="0" h="1438275" w="2642234">
                  <a:moveTo>
                    <a:pt x="0" y="411049"/>
                  </a:moveTo>
                  <a:lnTo>
                    <a:pt x="2641926" y="411049"/>
                  </a:lnTo>
                </a:path>
                <a:path extrusionOk="0" h="1438275" w="2642234">
                  <a:moveTo>
                    <a:pt x="0" y="206833"/>
                  </a:moveTo>
                  <a:lnTo>
                    <a:pt x="2641926" y="206833"/>
                  </a:lnTo>
                </a:path>
                <a:path extrusionOk="0" h="1438275" w="2642234">
                  <a:moveTo>
                    <a:pt x="0" y="0"/>
                  </a:moveTo>
                  <a:lnTo>
                    <a:pt x="2641926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5663183" y="4145710"/>
              <a:ext cx="2429510" cy="1643380"/>
            </a:xfrm>
            <a:custGeom>
              <a:rect b="b" l="l" r="r" t="t"/>
              <a:pathLst>
                <a:path extrusionOk="0" h="1643379" w="2429509">
                  <a:moveTo>
                    <a:pt x="0" y="0"/>
                  </a:moveTo>
                  <a:lnTo>
                    <a:pt x="0" y="1642825"/>
                  </a:lnTo>
                </a:path>
                <a:path extrusionOk="0" h="1643379" w="2429509">
                  <a:moveTo>
                    <a:pt x="103632" y="0"/>
                  </a:moveTo>
                  <a:lnTo>
                    <a:pt x="103632" y="1642825"/>
                  </a:lnTo>
                </a:path>
                <a:path extrusionOk="0" h="1643379" w="2429509">
                  <a:moveTo>
                    <a:pt x="210312" y="0"/>
                  </a:moveTo>
                  <a:lnTo>
                    <a:pt x="210312" y="1642825"/>
                  </a:lnTo>
                </a:path>
                <a:path extrusionOk="0" h="1643379" w="2429509">
                  <a:moveTo>
                    <a:pt x="316992" y="0"/>
                  </a:moveTo>
                  <a:lnTo>
                    <a:pt x="316992" y="1642825"/>
                  </a:lnTo>
                </a:path>
                <a:path extrusionOk="0" h="1643379" w="2429509">
                  <a:moveTo>
                    <a:pt x="527304" y="0"/>
                  </a:moveTo>
                  <a:lnTo>
                    <a:pt x="527304" y="1642825"/>
                  </a:lnTo>
                </a:path>
                <a:path extrusionOk="0" h="1643379" w="2429509">
                  <a:moveTo>
                    <a:pt x="633984" y="0"/>
                  </a:moveTo>
                  <a:lnTo>
                    <a:pt x="633984" y="1642825"/>
                  </a:lnTo>
                </a:path>
                <a:path extrusionOk="0" h="1643379" w="2429509">
                  <a:moveTo>
                    <a:pt x="737616" y="0"/>
                  </a:moveTo>
                  <a:lnTo>
                    <a:pt x="737616" y="1642825"/>
                  </a:lnTo>
                </a:path>
                <a:path extrusionOk="0" h="1643379" w="2429509">
                  <a:moveTo>
                    <a:pt x="844296" y="0"/>
                  </a:moveTo>
                  <a:lnTo>
                    <a:pt x="844296" y="1642825"/>
                  </a:lnTo>
                </a:path>
                <a:path extrusionOk="0" h="1643379" w="2429509">
                  <a:moveTo>
                    <a:pt x="1054608" y="0"/>
                  </a:moveTo>
                  <a:lnTo>
                    <a:pt x="1054608" y="1642825"/>
                  </a:lnTo>
                </a:path>
                <a:path extrusionOk="0" h="1643379" w="2429509">
                  <a:moveTo>
                    <a:pt x="1161288" y="0"/>
                  </a:moveTo>
                  <a:lnTo>
                    <a:pt x="1161288" y="1642825"/>
                  </a:lnTo>
                </a:path>
                <a:path extrusionOk="0" h="1643379" w="2429509">
                  <a:moveTo>
                    <a:pt x="1267968" y="0"/>
                  </a:moveTo>
                  <a:lnTo>
                    <a:pt x="1267968" y="1642825"/>
                  </a:lnTo>
                </a:path>
                <a:path extrusionOk="0" h="1643379" w="2429509">
                  <a:moveTo>
                    <a:pt x="1371600" y="0"/>
                  </a:moveTo>
                  <a:lnTo>
                    <a:pt x="1371600" y="1642825"/>
                  </a:lnTo>
                </a:path>
                <a:path extrusionOk="0" h="1643379" w="2429509">
                  <a:moveTo>
                    <a:pt x="1584960" y="0"/>
                  </a:moveTo>
                  <a:lnTo>
                    <a:pt x="1584960" y="1642825"/>
                  </a:lnTo>
                </a:path>
                <a:path extrusionOk="0" h="1643379" w="2429509">
                  <a:moveTo>
                    <a:pt x="1688592" y="0"/>
                  </a:moveTo>
                  <a:lnTo>
                    <a:pt x="1688592" y="1642825"/>
                  </a:lnTo>
                </a:path>
                <a:path extrusionOk="0" h="1643379" w="2429509">
                  <a:moveTo>
                    <a:pt x="1795272" y="0"/>
                  </a:moveTo>
                  <a:lnTo>
                    <a:pt x="1795272" y="1642825"/>
                  </a:lnTo>
                </a:path>
                <a:path extrusionOk="0" h="1643379" w="2429509">
                  <a:moveTo>
                    <a:pt x="1901952" y="0"/>
                  </a:moveTo>
                  <a:lnTo>
                    <a:pt x="1901952" y="1642825"/>
                  </a:lnTo>
                </a:path>
                <a:path extrusionOk="0" h="1643379" w="2429509">
                  <a:moveTo>
                    <a:pt x="2112264" y="0"/>
                  </a:moveTo>
                  <a:lnTo>
                    <a:pt x="2112264" y="1642825"/>
                  </a:lnTo>
                </a:path>
                <a:path extrusionOk="0" h="1643379" w="2429509">
                  <a:moveTo>
                    <a:pt x="2218944" y="0"/>
                  </a:moveTo>
                  <a:lnTo>
                    <a:pt x="2218944" y="1642825"/>
                  </a:lnTo>
                </a:path>
                <a:path extrusionOk="0" h="1643379" w="2429509">
                  <a:moveTo>
                    <a:pt x="2322576" y="0"/>
                  </a:moveTo>
                  <a:lnTo>
                    <a:pt x="2322576" y="1642825"/>
                  </a:lnTo>
                </a:path>
                <a:path extrusionOk="0" h="1643379" w="2429509">
                  <a:moveTo>
                    <a:pt x="2429256" y="0"/>
                  </a:moveTo>
                  <a:lnTo>
                    <a:pt x="2429256" y="1642825"/>
                  </a:lnTo>
                </a:path>
              </a:pathLst>
            </a:cu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6083807" y="4145710"/>
              <a:ext cx="2115185" cy="1643380"/>
            </a:xfrm>
            <a:custGeom>
              <a:rect b="b" l="l" r="r" t="t"/>
              <a:pathLst>
                <a:path extrusionOk="0" h="1643379" w="2115184">
                  <a:moveTo>
                    <a:pt x="0" y="0"/>
                  </a:moveTo>
                  <a:lnTo>
                    <a:pt x="0" y="1642825"/>
                  </a:lnTo>
                </a:path>
                <a:path extrusionOk="0" h="1643379" w="2115184">
                  <a:moveTo>
                    <a:pt x="530352" y="0"/>
                  </a:moveTo>
                  <a:lnTo>
                    <a:pt x="530352" y="1642825"/>
                  </a:lnTo>
                </a:path>
                <a:path extrusionOk="0" h="1643379" w="2115184">
                  <a:moveTo>
                    <a:pt x="1057656" y="0"/>
                  </a:moveTo>
                  <a:lnTo>
                    <a:pt x="1057656" y="1642825"/>
                  </a:lnTo>
                </a:path>
                <a:path extrusionOk="0" h="1643379" w="2115184">
                  <a:moveTo>
                    <a:pt x="1584960" y="0"/>
                  </a:moveTo>
                  <a:lnTo>
                    <a:pt x="1584960" y="1642825"/>
                  </a:lnTo>
                </a:path>
                <a:path extrusionOk="0" h="1643379" w="2115184">
                  <a:moveTo>
                    <a:pt x="2114733" y="0"/>
                  </a:moveTo>
                  <a:lnTo>
                    <a:pt x="2114733" y="1642825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5556614" y="4145710"/>
              <a:ext cx="0" cy="1643380"/>
            </a:xfrm>
            <a:custGeom>
              <a:rect b="b" l="l" r="r" t="t"/>
              <a:pathLst>
                <a:path extrusionOk="0" h="1643379" w="120000">
                  <a:moveTo>
                    <a:pt x="0" y="164282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5520357" y="4145710"/>
              <a:ext cx="36830" cy="1643380"/>
            </a:xfrm>
            <a:custGeom>
              <a:rect b="b" l="l" r="r" t="t"/>
              <a:pathLst>
                <a:path extrusionOk="0" h="1643379" w="36829">
                  <a:moveTo>
                    <a:pt x="0" y="1642825"/>
                  </a:moveTo>
                  <a:lnTo>
                    <a:pt x="36258" y="1642825"/>
                  </a:lnTo>
                </a:path>
                <a:path extrusionOk="0" h="1643379" w="36829">
                  <a:moveTo>
                    <a:pt x="0" y="1438225"/>
                  </a:moveTo>
                  <a:lnTo>
                    <a:pt x="36258" y="1438225"/>
                  </a:lnTo>
                </a:path>
                <a:path extrusionOk="0" h="1643379" w="36829">
                  <a:moveTo>
                    <a:pt x="0" y="1230961"/>
                  </a:moveTo>
                  <a:lnTo>
                    <a:pt x="36258" y="1230961"/>
                  </a:lnTo>
                </a:path>
                <a:path extrusionOk="0" h="1643379" w="36829">
                  <a:moveTo>
                    <a:pt x="0" y="1026745"/>
                  </a:moveTo>
                  <a:lnTo>
                    <a:pt x="36258" y="1026745"/>
                  </a:lnTo>
                </a:path>
                <a:path extrusionOk="0" h="1643379" w="36829">
                  <a:moveTo>
                    <a:pt x="0" y="822529"/>
                  </a:moveTo>
                  <a:lnTo>
                    <a:pt x="36258" y="822529"/>
                  </a:lnTo>
                </a:path>
                <a:path extrusionOk="0" h="1643379" w="36829">
                  <a:moveTo>
                    <a:pt x="0" y="615265"/>
                  </a:moveTo>
                  <a:lnTo>
                    <a:pt x="36258" y="615265"/>
                  </a:lnTo>
                </a:path>
                <a:path extrusionOk="0" h="1643379" w="36829">
                  <a:moveTo>
                    <a:pt x="0" y="411049"/>
                  </a:moveTo>
                  <a:lnTo>
                    <a:pt x="36258" y="411049"/>
                  </a:lnTo>
                </a:path>
                <a:path extrusionOk="0" h="1643379" w="36829">
                  <a:moveTo>
                    <a:pt x="0" y="206833"/>
                  </a:moveTo>
                  <a:lnTo>
                    <a:pt x="36258" y="206833"/>
                  </a:lnTo>
                </a:path>
                <a:path extrusionOk="0" h="1643379" w="36829">
                  <a:moveTo>
                    <a:pt x="0" y="0"/>
                  </a:moveTo>
                  <a:lnTo>
                    <a:pt x="36258" y="0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5556614" y="5788535"/>
              <a:ext cx="2642235" cy="36830"/>
            </a:xfrm>
            <a:custGeom>
              <a:rect b="b" l="l" r="r" t="t"/>
              <a:pathLst>
                <a:path extrusionOk="0" h="36829" w="2642234">
                  <a:moveTo>
                    <a:pt x="0" y="0"/>
                  </a:moveTo>
                  <a:lnTo>
                    <a:pt x="2641926" y="1"/>
                  </a:lnTo>
                </a:path>
                <a:path extrusionOk="0" h="36829" w="2642234">
                  <a:moveTo>
                    <a:pt x="0" y="0"/>
                  </a:moveTo>
                  <a:lnTo>
                    <a:pt x="0" y="36258"/>
                  </a:lnTo>
                </a:path>
                <a:path extrusionOk="0" h="36829" w="2642234">
                  <a:moveTo>
                    <a:pt x="527193" y="0"/>
                  </a:moveTo>
                  <a:lnTo>
                    <a:pt x="527193" y="36258"/>
                  </a:lnTo>
                </a:path>
                <a:path extrusionOk="0" h="36829" w="2642234">
                  <a:moveTo>
                    <a:pt x="1057545" y="0"/>
                  </a:moveTo>
                  <a:lnTo>
                    <a:pt x="1057545" y="36258"/>
                  </a:lnTo>
                </a:path>
                <a:path extrusionOk="0" h="36829" w="2642234">
                  <a:moveTo>
                    <a:pt x="1584849" y="0"/>
                  </a:moveTo>
                  <a:lnTo>
                    <a:pt x="1584849" y="36258"/>
                  </a:lnTo>
                </a:path>
                <a:path extrusionOk="0" h="36829" w="2642234">
                  <a:moveTo>
                    <a:pt x="2112153" y="0"/>
                  </a:moveTo>
                  <a:lnTo>
                    <a:pt x="2112153" y="36258"/>
                  </a:lnTo>
                </a:path>
                <a:path extrusionOk="0" h="36829" w="2642234">
                  <a:moveTo>
                    <a:pt x="2641926" y="0"/>
                  </a:moveTo>
                  <a:lnTo>
                    <a:pt x="2641926" y="36258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0" name="Google Shape;450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521944" y="5448412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653008" y="5521565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784072" y="545755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" name="Google Shape;453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918184" y="545755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49248" y="5204573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180312" y="507655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14424" y="500035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445488" y="4677269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576552" y="4957684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2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710664" y="4936349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841728" y="4674221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972792" y="4680317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106904" y="4826621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3" name="Google Shape;463;p2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237968" y="4588877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369032" y="4924156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503144" y="4189589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634208" y="4896724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65272" y="4835765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899384" y="5167997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20"/>
            <p:cNvSpPr/>
            <p:nvPr/>
          </p:nvSpPr>
          <p:spPr>
            <a:xfrm>
              <a:off x="5678954" y="4571556"/>
              <a:ext cx="2264410" cy="963294"/>
            </a:xfrm>
            <a:custGeom>
              <a:rect b="b" l="l" r="r" t="t"/>
              <a:pathLst>
                <a:path extrusionOk="0" h="963295" w="2264409">
                  <a:moveTo>
                    <a:pt x="4939" y="938615"/>
                  </a:moveTo>
                  <a:lnTo>
                    <a:pt x="482" y="942679"/>
                  </a:lnTo>
                  <a:lnTo>
                    <a:pt x="0" y="953188"/>
                  </a:lnTo>
                  <a:lnTo>
                    <a:pt x="4063" y="957644"/>
                  </a:lnTo>
                  <a:lnTo>
                    <a:pt x="14592" y="958128"/>
                  </a:lnTo>
                  <a:lnTo>
                    <a:pt x="19048" y="954064"/>
                  </a:lnTo>
                  <a:lnTo>
                    <a:pt x="19531" y="943554"/>
                  </a:lnTo>
                  <a:lnTo>
                    <a:pt x="15467" y="939098"/>
                  </a:lnTo>
                  <a:lnTo>
                    <a:pt x="4939" y="938615"/>
                  </a:lnTo>
                  <a:close/>
                </a:path>
                <a:path extrusionOk="0" h="963295" w="2264409">
                  <a:moveTo>
                    <a:pt x="43019" y="940318"/>
                  </a:moveTo>
                  <a:lnTo>
                    <a:pt x="38563" y="944382"/>
                  </a:lnTo>
                  <a:lnTo>
                    <a:pt x="38080" y="954892"/>
                  </a:lnTo>
                  <a:lnTo>
                    <a:pt x="42144" y="959349"/>
                  </a:lnTo>
                  <a:lnTo>
                    <a:pt x="52673" y="959832"/>
                  </a:lnTo>
                  <a:lnTo>
                    <a:pt x="57129" y="955768"/>
                  </a:lnTo>
                  <a:lnTo>
                    <a:pt x="57612" y="945258"/>
                  </a:lnTo>
                  <a:lnTo>
                    <a:pt x="53548" y="940803"/>
                  </a:lnTo>
                  <a:lnTo>
                    <a:pt x="43019" y="940318"/>
                  </a:lnTo>
                  <a:close/>
                </a:path>
                <a:path extrusionOk="0" h="963295" w="2264409">
                  <a:moveTo>
                    <a:pt x="81100" y="942022"/>
                  </a:moveTo>
                  <a:lnTo>
                    <a:pt x="76644" y="946086"/>
                  </a:lnTo>
                  <a:lnTo>
                    <a:pt x="76161" y="956597"/>
                  </a:lnTo>
                  <a:lnTo>
                    <a:pt x="80225" y="961052"/>
                  </a:lnTo>
                  <a:lnTo>
                    <a:pt x="90754" y="961536"/>
                  </a:lnTo>
                  <a:lnTo>
                    <a:pt x="95210" y="957472"/>
                  </a:lnTo>
                  <a:lnTo>
                    <a:pt x="95693" y="946962"/>
                  </a:lnTo>
                  <a:lnTo>
                    <a:pt x="91629" y="942506"/>
                  </a:lnTo>
                  <a:lnTo>
                    <a:pt x="81100" y="942022"/>
                  </a:lnTo>
                  <a:close/>
                </a:path>
                <a:path extrusionOk="0" h="963295" w="2264409">
                  <a:moveTo>
                    <a:pt x="119181" y="943726"/>
                  </a:moveTo>
                  <a:lnTo>
                    <a:pt x="114725" y="947790"/>
                  </a:lnTo>
                  <a:lnTo>
                    <a:pt x="114242" y="958301"/>
                  </a:lnTo>
                  <a:lnTo>
                    <a:pt x="118306" y="962756"/>
                  </a:lnTo>
                  <a:lnTo>
                    <a:pt x="128835" y="963240"/>
                  </a:lnTo>
                  <a:lnTo>
                    <a:pt x="133291" y="959176"/>
                  </a:lnTo>
                  <a:lnTo>
                    <a:pt x="133774" y="948667"/>
                  </a:lnTo>
                  <a:lnTo>
                    <a:pt x="129710" y="944210"/>
                  </a:lnTo>
                  <a:lnTo>
                    <a:pt x="119181" y="943726"/>
                  </a:lnTo>
                  <a:close/>
                </a:path>
                <a:path extrusionOk="0" h="963295" w="2264409">
                  <a:moveTo>
                    <a:pt x="164586" y="939479"/>
                  </a:moveTo>
                  <a:lnTo>
                    <a:pt x="154320" y="941865"/>
                  </a:lnTo>
                  <a:lnTo>
                    <a:pt x="151131" y="946984"/>
                  </a:lnTo>
                  <a:lnTo>
                    <a:pt x="153512" y="957232"/>
                  </a:lnTo>
                  <a:lnTo>
                    <a:pt x="158631" y="960420"/>
                  </a:lnTo>
                  <a:lnTo>
                    <a:pt x="168898" y="958035"/>
                  </a:lnTo>
                  <a:lnTo>
                    <a:pt x="172087" y="952916"/>
                  </a:lnTo>
                  <a:lnTo>
                    <a:pt x="169706" y="942668"/>
                  </a:lnTo>
                  <a:lnTo>
                    <a:pt x="164586" y="939479"/>
                  </a:lnTo>
                  <a:close/>
                </a:path>
                <a:path extrusionOk="0" h="963295" w="2264409">
                  <a:moveTo>
                    <a:pt x="201724" y="930884"/>
                  </a:moveTo>
                  <a:lnTo>
                    <a:pt x="191457" y="933269"/>
                  </a:lnTo>
                  <a:lnTo>
                    <a:pt x="188268" y="938389"/>
                  </a:lnTo>
                  <a:lnTo>
                    <a:pt x="190649" y="948636"/>
                  </a:lnTo>
                  <a:lnTo>
                    <a:pt x="195769" y="951825"/>
                  </a:lnTo>
                  <a:lnTo>
                    <a:pt x="206035" y="949440"/>
                  </a:lnTo>
                  <a:lnTo>
                    <a:pt x="209224" y="944321"/>
                  </a:lnTo>
                  <a:lnTo>
                    <a:pt x="206843" y="934073"/>
                  </a:lnTo>
                  <a:lnTo>
                    <a:pt x="201724" y="930884"/>
                  </a:lnTo>
                  <a:close/>
                </a:path>
                <a:path extrusionOk="0" h="963295" w="2264409">
                  <a:moveTo>
                    <a:pt x="238861" y="922289"/>
                  </a:moveTo>
                  <a:lnTo>
                    <a:pt x="228594" y="924674"/>
                  </a:lnTo>
                  <a:lnTo>
                    <a:pt x="225407" y="929793"/>
                  </a:lnTo>
                  <a:lnTo>
                    <a:pt x="227787" y="940041"/>
                  </a:lnTo>
                  <a:lnTo>
                    <a:pt x="232906" y="943230"/>
                  </a:lnTo>
                  <a:lnTo>
                    <a:pt x="243173" y="940845"/>
                  </a:lnTo>
                  <a:lnTo>
                    <a:pt x="246362" y="935725"/>
                  </a:lnTo>
                  <a:lnTo>
                    <a:pt x="243980" y="925478"/>
                  </a:lnTo>
                  <a:lnTo>
                    <a:pt x="238861" y="922289"/>
                  </a:lnTo>
                  <a:close/>
                </a:path>
                <a:path extrusionOk="0" h="963295" w="2264409">
                  <a:moveTo>
                    <a:pt x="275998" y="913693"/>
                  </a:moveTo>
                  <a:lnTo>
                    <a:pt x="265732" y="916078"/>
                  </a:lnTo>
                  <a:lnTo>
                    <a:pt x="262544" y="921198"/>
                  </a:lnTo>
                  <a:lnTo>
                    <a:pt x="264924" y="931445"/>
                  </a:lnTo>
                  <a:lnTo>
                    <a:pt x="270043" y="934634"/>
                  </a:lnTo>
                  <a:lnTo>
                    <a:pt x="280310" y="932249"/>
                  </a:lnTo>
                  <a:lnTo>
                    <a:pt x="283499" y="927131"/>
                  </a:lnTo>
                  <a:lnTo>
                    <a:pt x="281118" y="916882"/>
                  </a:lnTo>
                  <a:lnTo>
                    <a:pt x="275998" y="913693"/>
                  </a:lnTo>
                  <a:close/>
                </a:path>
                <a:path extrusionOk="0" h="963295" w="2264409">
                  <a:moveTo>
                    <a:pt x="303637" y="887476"/>
                  </a:moveTo>
                  <a:lnTo>
                    <a:pt x="297536" y="887476"/>
                  </a:lnTo>
                  <a:lnTo>
                    <a:pt x="290069" y="894772"/>
                  </a:lnTo>
                  <a:lnTo>
                    <a:pt x="289999" y="900803"/>
                  </a:lnTo>
                  <a:lnTo>
                    <a:pt x="297419" y="908397"/>
                  </a:lnTo>
                  <a:lnTo>
                    <a:pt x="303382" y="908397"/>
                  </a:lnTo>
                  <a:lnTo>
                    <a:pt x="310921" y="901031"/>
                  </a:lnTo>
                  <a:lnTo>
                    <a:pt x="310991" y="895002"/>
                  </a:lnTo>
                  <a:lnTo>
                    <a:pt x="303637" y="887476"/>
                  </a:lnTo>
                  <a:close/>
                </a:path>
                <a:path extrusionOk="0" h="963295" w="2264409">
                  <a:moveTo>
                    <a:pt x="330907" y="860841"/>
                  </a:moveTo>
                  <a:lnTo>
                    <a:pt x="324805" y="860841"/>
                  </a:lnTo>
                  <a:lnTo>
                    <a:pt x="317338" y="868137"/>
                  </a:lnTo>
                  <a:lnTo>
                    <a:pt x="317268" y="874167"/>
                  </a:lnTo>
                  <a:lnTo>
                    <a:pt x="324689" y="881762"/>
                  </a:lnTo>
                  <a:lnTo>
                    <a:pt x="330652" y="881762"/>
                  </a:lnTo>
                  <a:lnTo>
                    <a:pt x="338190" y="874396"/>
                  </a:lnTo>
                  <a:lnTo>
                    <a:pt x="338260" y="868366"/>
                  </a:lnTo>
                  <a:lnTo>
                    <a:pt x="330907" y="860841"/>
                  </a:lnTo>
                  <a:close/>
                </a:path>
                <a:path extrusionOk="0" h="963295" w="2264409">
                  <a:moveTo>
                    <a:pt x="358176" y="834205"/>
                  </a:moveTo>
                  <a:lnTo>
                    <a:pt x="352075" y="834205"/>
                  </a:lnTo>
                  <a:lnTo>
                    <a:pt x="344608" y="841501"/>
                  </a:lnTo>
                  <a:lnTo>
                    <a:pt x="344538" y="847531"/>
                  </a:lnTo>
                  <a:lnTo>
                    <a:pt x="351958" y="855127"/>
                  </a:lnTo>
                  <a:lnTo>
                    <a:pt x="357921" y="855127"/>
                  </a:lnTo>
                  <a:lnTo>
                    <a:pt x="365460" y="847761"/>
                  </a:lnTo>
                  <a:lnTo>
                    <a:pt x="365530" y="841730"/>
                  </a:lnTo>
                  <a:lnTo>
                    <a:pt x="358176" y="834205"/>
                  </a:lnTo>
                  <a:close/>
                </a:path>
                <a:path extrusionOk="0" h="963295" w="2264409">
                  <a:moveTo>
                    <a:pt x="385446" y="807570"/>
                  </a:moveTo>
                  <a:lnTo>
                    <a:pt x="379344" y="807570"/>
                  </a:lnTo>
                  <a:lnTo>
                    <a:pt x="371877" y="814866"/>
                  </a:lnTo>
                  <a:lnTo>
                    <a:pt x="371807" y="820897"/>
                  </a:lnTo>
                  <a:lnTo>
                    <a:pt x="379228" y="828492"/>
                  </a:lnTo>
                  <a:lnTo>
                    <a:pt x="385190" y="828492"/>
                  </a:lnTo>
                  <a:lnTo>
                    <a:pt x="392729" y="821126"/>
                  </a:lnTo>
                  <a:lnTo>
                    <a:pt x="392799" y="815096"/>
                  </a:lnTo>
                  <a:lnTo>
                    <a:pt x="385446" y="807570"/>
                  </a:lnTo>
                  <a:close/>
                </a:path>
                <a:path extrusionOk="0" h="963295" w="2264409">
                  <a:moveTo>
                    <a:pt x="409893" y="779769"/>
                  </a:moveTo>
                  <a:lnTo>
                    <a:pt x="403947" y="780783"/>
                  </a:lnTo>
                  <a:lnTo>
                    <a:pt x="397852" y="789382"/>
                  </a:lnTo>
                  <a:lnTo>
                    <a:pt x="398866" y="795327"/>
                  </a:lnTo>
                  <a:lnTo>
                    <a:pt x="407449" y="801411"/>
                  </a:lnTo>
                  <a:lnTo>
                    <a:pt x="413395" y="800398"/>
                  </a:lnTo>
                  <a:lnTo>
                    <a:pt x="419489" y="791799"/>
                  </a:lnTo>
                  <a:lnTo>
                    <a:pt x="418476" y="785854"/>
                  </a:lnTo>
                  <a:lnTo>
                    <a:pt x="409893" y="779769"/>
                  </a:lnTo>
                  <a:close/>
                </a:path>
                <a:path extrusionOk="0" h="963295" w="2264409">
                  <a:moveTo>
                    <a:pt x="431954" y="748684"/>
                  </a:moveTo>
                  <a:lnTo>
                    <a:pt x="426010" y="749696"/>
                  </a:lnTo>
                  <a:lnTo>
                    <a:pt x="419914" y="758295"/>
                  </a:lnTo>
                  <a:lnTo>
                    <a:pt x="420927" y="764240"/>
                  </a:lnTo>
                  <a:lnTo>
                    <a:pt x="429510" y="770324"/>
                  </a:lnTo>
                  <a:lnTo>
                    <a:pt x="435456" y="769312"/>
                  </a:lnTo>
                  <a:lnTo>
                    <a:pt x="441551" y="760713"/>
                  </a:lnTo>
                  <a:lnTo>
                    <a:pt x="440537" y="754767"/>
                  </a:lnTo>
                  <a:lnTo>
                    <a:pt x="431954" y="748684"/>
                  </a:lnTo>
                  <a:close/>
                </a:path>
                <a:path extrusionOk="0" h="963295" w="2264409">
                  <a:moveTo>
                    <a:pt x="454016" y="717596"/>
                  </a:moveTo>
                  <a:lnTo>
                    <a:pt x="448071" y="718610"/>
                  </a:lnTo>
                  <a:lnTo>
                    <a:pt x="441975" y="727209"/>
                  </a:lnTo>
                  <a:lnTo>
                    <a:pt x="442988" y="733154"/>
                  </a:lnTo>
                  <a:lnTo>
                    <a:pt x="451571" y="739239"/>
                  </a:lnTo>
                  <a:lnTo>
                    <a:pt x="457517" y="738225"/>
                  </a:lnTo>
                  <a:lnTo>
                    <a:pt x="463612" y="729626"/>
                  </a:lnTo>
                  <a:lnTo>
                    <a:pt x="462598" y="723681"/>
                  </a:lnTo>
                  <a:lnTo>
                    <a:pt x="454016" y="717596"/>
                  </a:lnTo>
                  <a:close/>
                </a:path>
                <a:path extrusionOk="0" h="963295" w="2264409">
                  <a:moveTo>
                    <a:pt x="476077" y="686511"/>
                  </a:moveTo>
                  <a:lnTo>
                    <a:pt x="470132" y="687523"/>
                  </a:lnTo>
                  <a:lnTo>
                    <a:pt x="464036" y="696122"/>
                  </a:lnTo>
                  <a:lnTo>
                    <a:pt x="465049" y="702068"/>
                  </a:lnTo>
                  <a:lnTo>
                    <a:pt x="473632" y="708151"/>
                  </a:lnTo>
                  <a:lnTo>
                    <a:pt x="479578" y="707139"/>
                  </a:lnTo>
                  <a:lnTo>
                    <a:pt x="485673" y="698540"/>
                  </a:lnTo>
                  <a:lnTo>
                    <a:pt x="484661" y="692595"/>
                  </a:lnTo>
                  <a:lnTo>
                    <a:pt x="476077" y="686511"/>
                  </a:lnTo>
                  <a:close/>
                </a:path>
                <a:path extrusionOk="0" h="963295" w="2264409">
                  <a:moveTo>
                    <a:pt x="498138" y="655424"/>
                  </a:moveTo>
                  <a:lnTo>
                    <a:pt x="492193" y="656437"/>
                  </a:lnTo>
                  <a:lnTo>
                    <a:pt x="486097" y="665036"/>
                  </a:lnTo>
                  <a:lnTo>
                    <a:pt x="487111" y="670981"/>
                  </a:lnTo>
                  <a:lnTo>
                    <a:pt x="495694" y="677066"/>
                  </a:lnTo>
                  <a:lnTo>
                    <a:pt x="501639" y="676052"/>
                  </a:lnTo>
                  <a:lnTo>
                    <a:pt x="507734" y="667453"/>
                  </a:lnTo>
                  <a:lnTo>
                    <a:pt x="506722" y="661508"/>
                  </a:lnTo>
                  <a:lnTo>
                    <a:pt x="498138" y="655424"/>
                  </a:lnTo>
                  <a:close/>
                </a:path>
                <a:path extrusionOk="0" h="963295" w="2264409">
                  <a:moveTo>
                    <a:pt x="520199" y="624338"/>
                  </a:moveTo>
                  <a:lnTo>
                    <a:pt x="514254" y="625351"/>
                  </a:lnTo>
                  <a:lnTo>
                    <a:pt x="508158" y="633949"/>
                  </a:lnTo>
                  <a:lnTo>
                    <a:pt x="509172" y="639895"/>
                  </a:lnTo>
                  <a:lnTo>
                    <a:pt x="517756" y="645979"/>
                  </a:lnTo>
                  <a:lnTo>
                    <a:pt x="523701" y="644966"/>
                  </a:lnTo>
                  <a:lnTo>
                    <a:pt x="529795" y="636367"/>
                  </a:lnTo>
                  <a:lnTo>
                    <a:pt x="528783" y="630422"/>
                  </a:lnTo>
                  <a:lnTo>
                    <a:pt x="520199" y="624338"/>
                  </a:lnTo>
                  <a:close/>
                </a:path>
                <a:path extrusionOk="0" h="963295" w="2264409">
                  <a:moveTo>
                    <a:pt x="540001" y="594032"/>
                  </a:moveTo>
                  <a:lnTo>
                    <a:pt x="531733" y="600570"/>
                  </a:lnTo>
                  <a:lnTo>
                    <a:pt x="531033" y="606560"/>
                  </a:lnTo>
                  <a:lnTo>
                    <a:pt x="537560" y="614813"/>
                  </a:lnTo>
                  <a:lnTo>
                    <a:pt x="543551" y="615513"/>
                  </a:lnTo>
                  <a:lnTo>
                    <a:pt x="551817" y="608975"/>
                  </a:lnTo>
                  <a:lnTo>
                    <a:pt x="552517" y="602984"/>
                  </a:lnTo>
                  <a:lnTo>
                    <a:pt x="545992" y="594732"/>
                  </a:lnTo>
                  <a:lnTo>
                    <a:pt x="540001" y="594032"/>
                  </a:lnTo>
                  <a:close/>
                </a:path>
                <a:path extrusionOk="0" h="963295" w="2264409">
                  <a:moveTo>
                    <a:pt x="569902" y="570390"/>
                  </a:moveTo>
                  <a:lnTo>
                    <a:pt x="561635" y="576927"/>
                  </a:lnTo>
                  <a:lnTo>
                    <a:pt x="560936" y="582917"/>
                  </a:lnTo>
                  <a:lnTo>
                    <a:pt x="567461" y="591169"/>
                  </a:lnTo>
                  <a:lnTo>
                    <a:pt x="573451" y="591869"/>
                  </a:lnTo>
                  <a:lnTo>
                    <a:pt x="581719" y="585331"/>
                  </a:lnTo>
                  <a:lnTo>
                    <a:pt x="582419" y="579342"/>
                  </a:lnTo>
                  <a:lnTo>
                    <a:pt x="575892" y="571089"/>
                  </a:lnTo>
                  <a:lnTo>
                    <a:pt x="569902" y="570390"/>
                  </a:lnTo>
                  <a:close/>
                </a:path>
                <a:path extrusionOk="0" h="963295" w="2264409">
                  <a:moveTo>
                    <a:pt x="599804" y="546746"/>
                  </a:moveTo>
                  <a:lnTo>
                    <a:pt x="591536" y="553284"/>
                  </a:lnTo>
                  <a:lnTo>
                    <a:pt x="590837" y="559274"/>
                  </a:lnTo>
                  <a:lnTo>
                    <a:pt x="597362" y="567527"/>
                  </a:lnTo>
                  <a:lnTo>
                    <a:pt x="603352" y="568227"/>
                  </a:lnTo>
                  <a:lnTo>
                    <a:pt x="611620" y="561689"/>
                  </a:lnTo>
                  <a:lnTo>
                    <a:pt x="612320" y="555698"/>
                  </a:lnTo>
                  <a:lnTo>
                    <a:pt x="605793" y="547446"/>
                  </a:lnTo>
                  <a:lnTo>
                    <a:pt x="599804" y="546746"/>
                  </a:lnTo>
                  <a:close/>
                </a:path>
                <a:path extrusionOk="0" h="963295" w="2264409">
                  <a:moveTo>
                    <a:pt x="629705" y="523104"/>
                  </a:moveTo>
                  <a:lnTo>
                    <a:pt x="621437" y="529642"/>
                  </a:lnTo>
                  <a:lnTo>
                    <a:pt x="620737" y="535631"/>
                  </a:lnTo>
                  <a:lnTo>
                    <a:pt x="627264" y="543883"/>
                  </a:lnTo>
                  <a:lnTo>
                    <a:pt x="633253" y="544583"/>
                  </a:lnTo>
                  <a:lnTo>
                    <a:pt x="641521" y="538046"/>
                  </a:lnTo>
                  <a:lnTo>
                    <a:pt x="642221" y="532056"/>
                  </a:lnTo>
                  <a:lnTo>
                    <a:pt x="635694" y="523803"/>
                  </a:lnTo>
                  <a:lnTo>
                    <a:pt x="629705" y="523104"/>
                  </a:lnTo>
                  <a:close/>
                </a:path>
                <a:path extrusionOk="0" h="963295" w="2264409">
                  <a:moveTo>
                    <a:pt x="659606" y="499461"/>
                  </a:moveTo>
                  <a:lnTo>
                    <a:pt x="651338" y="505998"/>
                  </a:lnTo>
                  <a:lnTo>
                    <a:pt x="650638" y="511989"/>
                  </a:lnTo>
                  <a:lnTo>
                    <a:pt x="657165" y="520241"/>
                  </a:lnTo>
                  <a:lnTo>
                    <a:pt x="663154" y="520941"/>
                  </a:lnTo>
                  <a:lnTo>
                    <a:pt x="671422" y="514403"/>
                  </a:lnTo>
                  <a:lnTo>
                    <a:pt x="672122" y="508414"/>
                  </a:lnTo>
                  <a:lnTo>
                    <a:pt x="665596" y="500161"/>
                  </a:lnTo>
                  <a:lnTo>
                    <a:pt x="659606" y="499461"/>
                  </a:lnTo>
                  <a:close/>
                </a:path>
                <a:path extrusionOk="0" h="963295" w="2264409">
                  <a:moveTo>
                    <a:pt x="685849" y="469911"/>
                  </a:moveTo>
                  <a:lnTo>
                    <a:pt x="679940" y="471116"/>
                  </a:lnTo>
                  <a:lnTo>
                    <a:pt x="674126" y="479907"/>
                  </a:lnTo>
                  <a:lnTo>
                    <a:pt x="675330" y="485816"/>
                  </a:lnTo>
                  <a:lnTo>
                    <a:pt x="684105" y="491620"/>
                  </a:lnTo>
                  <a:lnTo>
                    <a:pt x="690015" y="490416"/>
                  </a:lnTo>
                  <a:lnTo>
                    <a:pt x="695829" y="481625"/>
                  </a:lnTo>
                  <a:lnTo>
                    <a:pt x="694625" y="475715"/>
                  </a:lnTo>
                  <a:lnTo>
                    <a:pt x="685849" y="469911"/>
                  </a:lnTo>
                  <a:close/>
                </a:path>
                <a:path extrusionOk="0" h="963295" w="2264409">
                  <a:moveTo>
                    <a:pt x="706881" y="438119"/>
                  </a:moveTo>
                  <a:lnTo>
                    <a:pt x="700972" y="439323"/>
                  </a:lnTo>
                  <a:lnTo>
                    <a:pt x="695157" y="448115"/>
                  </a:lnTo>
                  <a:lnTo>
                    <a:pt x="696361" y="454025"/>
                  </a:lnTo>
                  <a:lnTo>
                    <a:pt x="705137" y="459828"/>
                  </a:lnTo>
                  <a:lnTo>
                    <a:pt x="711046" y="458624"/>
                  </a:lnTo>
                  <a:lnTo>
                    <a:pt x="716861" y="449832"/>
                  </a:lnTo>
                  <a:lnTo>
                    <a:pt x="715656" y="443923"/>
                  </a:lnTo>
                  <a:lnTo>
                    <a:pt x="706881" y="438119"/>
                  </a:lnTo>
                  <a:close/>
                </a:path>
                <a:path extrusionOk="0" h="963295" w="2264409">
                  <a:moveTo>
                    <a:pt x="727913" y="406327"/>
                  </a:moveTo>
                  <a:lnTo>
                    <a:pt x="722003" y="407531"/>
                  </a:lnTo>
                  <a:lnTo>
                    <a:pt x="716189" y="416323"/>
                  </a:lnTo>
                  <a:lnTo>
                    <a:pt x="717393" y="422233"/>
                  </a:lnTo>
                  <a:lnTo>
                    <a:pt x="726168" y="428036"/>
                  </a:lnTo>
                  <a:lnTo>
                    <a:pt x="732078" y="426833"/>
                  </a:lnTo>
                  <a:lnTo>
                    <a:pt x="737892" y="418040"/>
                  </a:lnTo>
                  <a:lnTo>
                    <a:pt x="736688" y="412131"/>
                  </a:lnTo>
                  <a:lnTo>
                    <a:pt x="727913" y="406327"/>
                  </a:lnTo>
                  <a:close/>
                </a:path>
                <a:path extrusionOk="0" h="963295" w="2264409">
                  <a:moveTo>
                    <a:pt x="748944" y="374535"/>
                  </a:moveTo>
                  <a:lnTo>
                    <a:pt x="743035" y="375739"/>
                  </a:lnTo>
                  <a:lnTo>
                    <a:pt x="737221" y="384530"/>
                  </a:lnTo>
                  <a:lnTo>
                    <a:pt x="738424" y="390441"/>
                  </a:lnTo>
                  <a:lnTo>
                    <a:pt x="747200" y="396245"/>
                  </a:lnTo>
                  <a:lnTo>
                    <a:pt x="753109" y="395039"/>
                  </a:lnTo>
                  <a:lnTo>
                    <a:pt x="758924" y="386248"/>
                  </a:lnTo>
                  <a:lnTo>
                    <a:pt x="757720" y="380339"/>
                  </a:lnTo>
                  <a:lnTo>
                    <a:pt x="748944" y="374535"/>
                  </a:lnTo>
                  <a:close/>
                </a:path>
                <a:path extrusionOk="0" h="963295" w="2264409">
                  <a:moveTo>
                    <a:pt x="769976" y="342743"/>
                  </a:moveTo>
                  <a:lnTo>
                    <a:pt x="764067" y="343947"/>
                  </a:lnTo>
                  <a:lnTo>
                    <a:pt x="758252" y="352738"/>
                  </a:lnTo>
                  <a:lnTo>
                    <a:pt x="759456" y="358647"/>
                  </a:lnTo>
                  <a:lnTo>
                    <a:pt x="768231" y="364453"/>
                  </a:lnTo>
                  <a:lnTo>
                    <a:pt x="774141" y="363247"/>
                  </a:lnTo>
                  <a:lnTo>
                    <a:pt x="779956" y="354456"/>
                  </a:lnTo>
                  <a:lnTo>
                    <a:pt x="778751" y="348547"/>
                  </a:lnTo>
                  <a:lnTo>
                    <a:pt x="769976" y="342743"/>
                  </a:lnTo>
                  <a:close/>
                </a:path>
                <a:path extrusionOk="0" h="963295" w="2264409">
                  <a:moveTo>
                    <a:pt x="791008" y="310951"/>
                  </a:moveTo>
                  <a:lnTo>
                    <a:pt x="785098" y="312155"/>
                  </a:lnTo>
                  <a:lnTo>
                    <a:pt x="779284" y="320946"/>
                  </a:lnTo>
                  <a:lnTo>
                    <a:pt x="780488" y="326856"/>
                  </a:lnTo>
                  <a:lnTo>
                    <a:pt x="789263" y="332661"/>
                  </a:lnTo>
                  <a:lnTo>
                    <a:pt x="795173" y="331456"/>
                  </a:lnTo>
                  <a:lnTo>
                    <a:pt x="800987" y="322665"/>
                  </a:lnTo>
                  <a:lnTo>
                    <a:pt x="799783" y="316755"/>
                  </a:lnTo>
                  <a:lnTo>
                    <a:pt x="791008" y="310951"/>
                  </a:lnTo>
                  <a:close/>
                </a:path>
                <a:path extrusionOk="0" h="963295" w="2264409">
                  <a:moveTo>
                    <a:pt x="822540" y="291663"/>
                  </a:moveTo>
                  <a:lnTo>
                    <a:pt x="812170" y="293546"/>
                  </a:lnTo>
                  <a:lnTo>
                    <a:pt x="808737" y="298504"/>
                  </a:lnTo>
                  <a:lnTo>
                    <a:pt x="810618" y="308856"/>
                  </a:lnTo>
                  <a:lnTo>
                    <a:pt x="815574" y="312290"/>
                  </a:lnTo>
                  <a:lnTo>
                    <a:pt x="825945" y="310405"/>
                  </a:lnTo>
                  <a:lnTo>
                    <a:pt x="829379" y="305448"/>
                  </a:lnTo>
                  <a:lnTo>
                    <a:pt x="827498" y="295097"/>
                  </a:lnTo>
                  <a:lnTo>
                    <a:pt x="822540" y="291663"/>
                  </a:lnTo>
                  <a:close/>
                </a:path>
                <a:path extrusionOk="0" h="963295" w="2264409">
                  <a:moveTo>
                    <a:pt x="860045" y="284844"/>
                  </a:moveTo>
                  <a:lnTo>
                    <a:pt x="849674" y="286727"/>
                  </a:lnTo>
                  <a:lnTo>
                    <a:pt x="846241" y="291685"/>
                  </a:lnTo>
                  <a:lnTo>
                    <a:pt x="848121" y="302037"/>
                  </a:lnTo>
                  <a:lnTo>
                    <a:pt x="853079" y="305471"/>
                  </a:lnTo>
                  <a:lnTo>
                    <a:pt x="863450" y="303587"/>
                  </a:lnTo>
                  <a:lnTo>
                    <a:pt x="866884" y="298629"/>
                  </a:lnTo>
                  <a:lnTo>
                    <a:pt x="865003" y="288277"/>
                  </a:lnTo>
                  <a:lnTo>
                    <a:pt x="860045" y="284844"/>
                  </a:lnTo>
                  <a:close/>
                </a:path>
                <a:path extrusionOk="0" h="963295" w="2264409">
                  <a:moveTo>
                    <a:pt x="897549" y="278025"/>
                  </a:moveTo>
                  <a:lnTo>
                    <a:pt x="887178" y="279909"/>
                  </a:lnTo>
                  <a:lnTo>
                    <a:pt x="883744" y="284867"/>
                  </a:lnTo>
                  <a:lnTo>
                    <a:pt x="885625" y="295219"/>
                  </a:lnTo>
                  <a:lnTo>
                    <a:pt x="890583" y="298651"/>
                  </a:lnTo>
                  <a:lnTo>
                    <a:pt x="900954" y="296768"/>
                  </a:lnTo>
                  <a:lnTo>
                    <a:pt x="904387" y="291810"/>
                  </a:lnTo>
                  <a:lnTo>
                    <a:pt x="902507" y="281458"/>
                  </a:lnTo>
                  <a:lnTo>
                    <a:pt x="897549" y="278025"/>
                  </a:lnTo>
                  <a:close/>
                </a:path>
                <a:path extrusionOk="0" h="963295" w="2264409">
                  <a:moveTo>
                    <a:pt x="935054" y="271205"/>
                  </a:moveTo>
                  <a:lnTo>
                    <a:pt x="924683" y="273090"/>
                  </a:lnTo>
                  <a:lnTo>
                    <a:pt x="921249" y="278048"/>
                  </a:lnTo>
                  <a:lnTo>
                    <a:pt x="923129" y="288400"/>
                  </a:lnTo>
                  <a:lnTo>
                    <a:pt x="928088" y="291833"/>
                  </a:lnTo>
                  <a:lnTo>
                    <a:pt x="938458" y="289949"/>
                  </a:lnTo>
                  <a:lnTo>
                    <a:pt x="941891" y="284991"/>
                  </a:lnTo>
                  <a:lnTo>
                    <a:pt x="940012" y="274640"/>
                  </a:lnTo>
                  <a:lnTo>
                    <a:pt x="935054" y="271205"/>
                  </a:lnTo>
                  <a:close/>
                </a:path>
                <a:path extrusionOk="0" h="963295" w="2264409">
                  <a:moveTo>
                    <a:pt x="962550" y="294742"/>
                  </a:moveTo>
                  <a:lnTo>
                    <a:pt x="956513" y="294742"/>
                  </a:lnTo>
                  <a:lnTo>
                    <a:pt x="949082" y="302191"/>
                  </a:lnTo>
                  <a:lnTo>
                    <a:pt x="949088" y="308222"/>
                  </a:lnTo>
                  <a:lnTo>
                    <a:pt x="956551" y="315666"/>
                  </a:lnTo>
                  <a:lnTo>
                    <a:pt x="962574" y="315666"/>
                  </a:lnTo>
                  <a:lnTo>
                    <a:pt x="970000" y="308222"/>
                  </a:lnTo>
                  <a:lnTo>
                    <a:pt x="970005" y="302191"/>
                  </a:lnTo>
                  <a:lnTo>
                    <a:pt x="962550" y="294742"/>
                  </a:lnTo>
                  <a:close/>
                </a:path>
                <a:path extrusionOk="0" h="963295" w="2264409">
                  <a:moveTo>
                    <a:pt x="989504" y="321697"/>
                  </a:moveTo>
                  <a:lnTo>
                    <a:pt x="983467" y="321697"/>
                  </a:lnTo>
                  <a:lnTo>
                    <a:pt x="976036" y="329145"/>
                  </a:lnTo>
                  <a:lnTo>
                    <a:pt x="976043" y="335177"/>
                  </a:lnTo>
                  <a:lnTo>
                    <a:pt x="983504" y="342620"/>
                  </a:lnTo>
                  <a:lnTo>
                    <a:pt x="989529" y="342620"/>
                  </a:lnTo>
                  <a:lnTo>
                    <a:pt x="996955" y="335177"/>
                  </a:lnTo>
                  <a:lnTo>
                    <a:pt x="996960" y="329145"/>
                  </a:lnTo>
                  <a:lnTo>
                    <a:pt x="989504" y="321697"/>
                  </a:lnTo>
                  <a:close/>
                </a:path>
                <a:path extrusionOk="0" h="963295" w="2264409">
                  <a:moveTo>
                    <a:pt x="1016459" y="348651"/>
                  </a:moveTo>
                  <a:lnTo>
                    <a:pt x="1010422" y="348651"/>
                  </a:lnTo>
                  <a:lnTo>
                    <a:pt x="1002990" y="356100"/>
                  </a:lnTo>
                  <a:lnTo>
                    <a:pt x="1002997" y="362130"/>
                  </a:lnTo>
                  <a:lnTo>
                    <a:pt x="1010458" y="369575"/>
                  </a:lnTo>
                  <a:lnTo>
                    <a:pt x="1016483" y="369575"/>
                  </a:lnTo>
                  <a:lnTo>
                    <a:pt x="1023910" y="362130"/>
                  </a:lnTo>
                  <a:lnTo>
                    <a:pt x="1023914" y="356100"/>
                  </a:lnTo>
                  <a:lnTo>
                    <a:pt x="1016459" y="348651"/>
                  </a:lnTo>
                  <a:close/>
                </a:path>
                <a:path extrusionOk="0" h="963295" w="2264409">
                  <a:moveTo>
                    <a:pt x="1043414" y="375606"/>
                  </a:moveTo>
                  <a:lnTo>
                    <a:pt x="1037375" y="375606"/>
                  </a:lnTo>
                  <a:lnTo>
                    <a:pt x="1029944" y="383053"/>
                  </a:lnTo>
                  <a:lnTo>
                    <a:pt x="1029952" y="389084"/>
                  </a:lnTo>
                  <a:lnTo>
                    <a:pt x="1037413" y="396529"/>
                  </a:lnTo>
                  <a:lnTo>
                    <a:pt x="1043437" y="396529"/>
                  </a:lnTo>
                  <a:lnTo>
                    <a:pt x="1050865" y="389084"/>
                  </a:lnTo>
                  <a:lnTo>
                    <a:pt x="1050867" y="383053"/>
                  </a:lnTo>
                  <a:lnTo>
                    <a:pt x="1043414" y="375606"/>
                  </a:lnTo>
                  <a:close/>
                </a:path>
                <a:path extrusionOk="0" h="963295" w="2264409">
                  <a:moveTo>
                    <a:pt x="1069995" y="400234"/>
                  </a:moveTo>
                  <a:lnTo>
                    <a:pt x="1063967" y="400437"/>
                  </a:lnTo>
                  <a:lnTo>
                    <a:pt x="1056769" y="408137"/>
                  </a:lnTo>
                  <a:lnTo>
                    <a:pt x="1056948" y="413445"/>
                  </a:lnTo>
                  <a:lnTo>
                    <a:pt x="1056972" y="414164"/>
                  </a:lnTo>
                  <a:lnTo>
                    <a:pt x="1064658" y="421349"/>
                  </a:lnTo>
                  <a:lnTo>
                    <a:pt x="1070686" y="421145"/>
                  </a:lnTo>
                  <a:lnTo>
                    <a:pt x="1077883" y="413445"/>
                  </a:lnTo>
                  <a:lnTo>
                    <a:pt x="1077705" y="408137"/>
                  </a:lnTo>
                  <a:lnTo>
                    <a:pt x="1077681" y="407418"/>
                  </a:lnTo>
                  <a:lnTo>
                    <a:pt x="1069995" y="400234"/>
                  </a:lnTo>
                  <a:close/>
                </a:path>
                <a:path extrusionOk="0" h="963295" w="2264409">
                  <a:moveTo>
                    <a:pt x="1096025" y="372386"/>
                  </a:moveTo>
                  <a:lnTo>
                    <a:pt x="1089999" y="372590"/>
                  </a:lnTo>
                  <a:lnTo>
                    <a:pt x="1082800" y="380290"/>
                  </a:lnTo>
                  <a:lnTo>
                    <a:pt x="1082979" y="385599"/>
                  </a:lnTo>
                  <a:lnTo>
                    <a:pt x="1083003" y="386317"/>
                  </a:lnTo>
                  <a:lnTo>
                    <a:pt x="1090689" y="393501"/>
                  </a:lnTo>
                  <a:lnTo>
                    <a:pt x="1096716" y="393298"/>
                  </a:lnTo>
                  <a:lnTo>
                    <a:pt x="1103914" y="385599"/>
                  </a:lnTo>
                  <a:lnTo>
                    <a:pt x="1103735" y="380290"/>
                  </a:lnTo>
                  <a:lnTo>
                    <a:pt x="1103711" y="379572"/>
                  </a:lnTo>
                  <a:lnTo>
                    <a:pt x="1096025" y="372386"/>
                  </a:lnTo>
                  <a:close/>
                </a:path>
                <a:path extrusionOk="0" h="963295" w="2264409">
                  <a:moveTo>
                    <a:pt x="1122056" y="344539"/>
                  </a:moveTo>
                  <a:lnTo>
                    <a:pt x="1116029" y="344742"/>
                  </a:lnTo>
                  <a:lnTo>
                    <a:pt x="1108831" y="352442"/>
                  </a:lnTo>
                  <a:lnTo>
                    <a:pt x="1109009" y="357752"/>
                  </a:lnTo>
                  <a:lnTo>
                    <a:pt x="1109033" y="358470"/>
                  </a:lnTo>
                  <a:lnTo>
                    <a:pt x="1116719" y="365654"/>
                  </a:lnTo>
                  <a:lnTo>
                    <a:pt x="1122747" y="365452"/>
                  </a:lnTo>
                  <a:lnTo>
                    <a:pt x="1129945" y="357752"/>
                  </a:lnTo>
                  <a:lnTo>
                    <a:pt x="1129766" y="352442"/>
                  </a:lnTo>
                  <a:lnTo>
                    <a:pt x="1129742" y="351725"/>
                  </a:lnTo>
                  <a:lnTo>
                    <a:pt x="1122056" y="344539"/>
                  </a:lnTo>
                  <a:close/>
                </a:path>
                <a:path extrusionOk="0" h="963295" w="2264409">
                  <a:moveTo>
                    <a:pt x="1148087" y="316693"/>
                  </a:moveTo>
                  <a:lnTo>
                    <a:pt x="1142060" y="316896"/>
                  </a:lnTo>
                  <a:lnTo>
                    <a:pt x="1134861" y="324595"/>
                  </a:lnTo>
                  <a:lnTo>
                    <a:pt x="1135040" y="329905"/>
                  </a:lnTo>
                  <a:lnTo>
                    <a:pt x="1135065" y="330622"/>
                  </a:lnTo>
                  <a:lnTo>
                    <a:pt x="1142751" y="337808"/>
                  </a:lnTo>
                  <a:lnTo>
                    <a:pt x="1148778" y="337605"/>
                  </a:lnTo>
                  <a:lnTo>
                    <a:pt x="1155976" y="329905"/>
                  </a:lnTo>
                  <a:lnTo>
                    <a:pt x="1155797" y="324595"/>
                  </a:lnTo>
                  <a:lnTo>
                    <a:pt x="1155773" y="323877"/>
                  </a:lnTo>
                  <a:lnTo>
                    <a:pt x="1148087" y="316693"/>
                  </a:lnTo>
                  <a:close/>
                </a:path>
                <a:path extrusionOk="0" h="963295" w="2264409">
                  <a:moveTo>
                    <a:pt x="1174118" y="288846"/>
                  </a:moveTo>
                  <a:lnTo>
                    <a:pt x="1168091" y="289049"/>
                  </a:lnTo>
                  <a:lnTo>
                    <a:pt x="1160893" y="296748"/>
                  </a:lnTo>
                  <a:lnTo>
                    <a:pt x="1161072" y="302058"/>
                  </a:lnTo>
                  <a:lnTo>
                    <a:pt x="1161096" y="302776"/>
                  </a:lnTo>
                  <a:lnTo>
                    <a:pt x="1168782" y="309961"/>
                  </a:lnTo>
                  <a:lnTo>
                    <a:pt x="1174809" y="309758"/>
                  </a:lnTo>
                  <a:lnTo>
                    <a:pt x="1182006" y="302058"/>
                  </a:lnTo>
                  <a:lnTo>
                    <a:pt x="1181828" y="296748"/>
                  </a:lnTo>
                  <a:lnTo>
                    <a:pt x="1181804" y="296030"/>
                  </a:lnTo>
                  <a:lnTo>
                    <a:pt x="1174118" y="288846"/>
                  </a:lnTo>
                  <a:close/>
                </a:path>
                <a:path extrusionOk="0" h="963295" w="2264409">
                  <a:moveTo>
                    <a:pt x="1194713" y="261039"/>
                  </a:moveTo>
                  <a:lnTo>
                    <a:pt x="1187096" y="268326"/>
                  </a:lnTo>
                  <a:lnTo>
                    <a:pt x="1187087" y="268775"/>
                  </a:lnTo>
                  <a:lnTo>
                    <a:pt x="1186964" y="274355"/>
                  </a:lnTo>
                  <a:lnTo>
                    <a:pt x="1194238" y="281957"/>
                  </a:lnTo>
                  <a:lnTo>
                    <a:pt x="1200266" y="282091"/>
                  </a:lnTo>
                  <a:lnTo>
                    <a:pt x="1207883" y="274803"/>
                  </a:lnTo>
                  <a:lnTo>
                    <a:pt x="1207892" y="274355"/>
                  </a:lnTo>
                  <a:lnTo>
                    <a:pt x="1208015" y="268775"/>
                  </a:lnTo>
                  <a:lnTo>
                    <a:pt x="1200741" y="261172"/>
                  </a:lnTo>
                  <a:lnTo>
                    <a:pt x="1194713" y="261039"/>
                  </a:lnTo>
                  <a:close/>
                </a:path>
                <a:path extrusionOk="0" h="963295" w="2264409">
                  <a:moveTo>
                    <a:pt x="1222286" y="234720"/>
                  </a:moveTo>
                  <a:lnTo>
                    <a:pt x="1214671" y="242006"/>
                  </a:lnTo>
                  <a:lnTo>
                    <a:pt x="1214661" y="242454"/>
                  </a:lnTo>
                  <a:lnTo>
                    <a:pt x="1214537" y="248036"/>
                  </a:lnTo>
                  <a:lnTo>
                    <a:pt x="1221811" y="255637"/>
                  </a:lnTo>
                  <a:lnTo>
                    <a:pt x="1227841" y="255770"/>
                  </a:lnTo>
                  <a:lnTo>
                    <a:pt x="1235455" y="248484"/>
                  </a:lnTo>
                  <a:lnTo>
                    <a:pt x="1235465" y="248036"/>
                  </a:lnTo>
                  <a:lnTo>
                    <a:pt x="1235589" y="242454"/>
                  </a:lnTo>
                  <a:lnTo>
                    <a:pt x="1228316" y="234852"/>
                  </a:lnTo>
                  <a:lnTo>
                    <a:pt x="1222286" y="234720"/>
                  </a:lnTo>
                  <a:close/>
                </a:path>
                <a:path extrusionOk="0" h="963295" w="2264409">
                  <a:moveTo>
                    <a:pt x="1249860" y="208399"/>
                  </a:moveTo>
                  <a:lnTo>
                    <a:pt x="1242244" y="215685"/>
                  </a:lnTo>
                  <a:lnTo>
                    <a:pt x="1242234" y="216133"/>
                  </a:lnTo>
                  <a:lnTo>
                    <a:pt x="1242112" y="221715"/>
                  </a:lnTo>
                  <a:lnTo>
                    <a:pt x="1249385" y="229317"/>
                  </a:lnTo>
                  <a:lnTo>
                    <a:pt x="1255414" y="229450"/>
                  </a:lnTo>
                  <a:lnTo>
                    <a:pt x="1263030" y="222163"/>
                  </a:lnTo>
                  <a:lnTo>
                    <a:pt x="1263040" y="221715"/>
                  </a:lnTo>
                  <a:lnTo>
                    <a:pt x="1263163" y="216133"/>
                  </a:lnTo>
                  <a:lnTo>
                    <a:pt x="1255889" y="208532"/>
                  </a:lnTo>
                  <a:lnTo>
                    <a:pt x="1249860" y="208399"/>
                  </a:lnTo>
                  <a:close/>
                </a:path>
                <a:path extrusionOk="0" h="963295" w="2264409">
                  <a:moveTo>
                    <a:pt x="1277433" y="182078"/>
                  </a:moveTo>
                  <a:lnTo>
                    <a:pt x="1269818" y="189365"/>
                  </a:lnTo>
                  <a:lnTo>
                    <a:pt x="1269808" y="189814"/>
                  </a:lnTo>
                  <a:lnTo>
                    <a:pt x="1269685" y="195394"/>
                  </a:lnTo>
                  <a:lnTo>
                    <a:pt x="1276958" y="202996"/>
                  </a:lnTo>
                  <a:lnTo>
                    <a:pt x="1282988" y="203130"/>
                  </a:lnTo>
                  <a:lnTo>
                    <a:pt x="1290603" y="195842"/>
                  </a:lnTo>
                  <a:lnTo>
                    <a:pt x="1290613" y="195394"/>
                  </a:lnTo>
                  <a:lnTo>
                    <a:pt x="1290736" y="189814"/>
                  </a:lnTo>
                  <a:lnTo>
                    <a:pt x="1283463" y="182211"/>
                  </a:lnTo>
                  <a:lnTo>
                    <a:pt x="1277433" y="182078"/>
                  </a:lnTo>
                  <a:close/>
                </a:path>
                <a:path extrusionOk="0" h="963295" w="2264409">
                  <a:moveTo>
                    <a:pt x="1305007" y="155759"/>
                  </a:moveTo>
                  <a:lnTo>
                    <a:pt x="1297391" y="163045"/>
                  </a:lnTo>
                  <a:lnTo>
                    <a:pt x="1297381" y="163493"/>
                  </a:lnTo>
                  <a:lnTo>
                    <a:pt x="1297259" y="169075"/>
                  </a:lnTo>
                  <a:lnTo>
                    <a:pt x="1304532" y="176676"/>
                  </a:lnTo>
                  <a:lnTo>
                    <a:pt x="1310561" y="176809"/>
                  </a:lnTo>
                  <a:lnTo>
                    <a:pt x="1318177" y="169523"/>
                  </a:lnTo>
                  <a:lnTo>
                    <a:pt x="1318187" y="169075"/>
                  </a:lnTo>
                  <a:lnTo>
                    <a:pt x="1318310" y="163493"/>
                  </a:lnTo>
                  <a:lnTo>
                    <a:pt x="1311036" y="155891"/>
                  </a:lnTo>
                  <a:lnTo>
                    <a:pt x="1305007" y="155759"/>
                  </a:lnTo>
                  <a:close/>
                </a:path>
                <a:path extrusionOk="0" h="963295" w="2264409">
                  <a:moveTo>
                    <a:pt x="1336346" y="135534"/>
                  </a:moveTo>
                  <a:lnTo>
                    <a:pt x="1330516" y="137082"/>
                  </a:lnTo>
                  <a:lnTo>
                    <a:pt x="1325234" y="146180"/>
                  </a:lnTo>
                  <a:lnTo>
                    <a:pt x="1326781" y="152010"/>
                  </a:lnTo>
                  <a:lnTo>
                    <a:pt x="1335897" y="157302"/>
                  </a:lnTo>
                  <a:lnTo>
                    <a:pt x="1341727" y="155754"/>
                  </a:lnTo>
                  <a:lnTo>
                    <a:pt x="1347008" y="146655"/>
                  </a:lnTo>
                  <a:lnTo>
                    <a:pt x="1345460" y="140826"/>
                  </a:lnTo>
                  <a:lnTo>
                    <a:pt x="1336346" y="135534"/>
                  </a:lnTo>
                  <a:close/>
                </a:path>
                <a:path extrusionOk="0" h="963295" w="2264409">
                  <a:moveTo>
                    <a:pt x="1369300" y="154693"/>
                  </a:moveTo>
                  <a:lnTo>
                    <a:pt x="1363470" y="156241"/>
                  </a:lnTo>
                  <a:lnTo>
                    <a:pt x="1358188" y="165340"/>
                  </a:lnTo>
                  <a:lnTo>
                    <a:pt x="1359735" y="171169"/>
                  </a:lnTo>
                  <a:lnTo>
                    <a:pt x="1368851" y="176461"/>
                  </a:lnTo>
                  <a:lnTo>
                    <a:pt x="1374681" y="174913"/>
                  </a:lnTo>
                  <a:lnTo>
                    <a:pt x="1379962" y="165815"/>
                  </a:lnTo>
                  <a:lnTo>
                    <a:pt x="1378416" y="159985"/>
                  </a:lnTo>
                  <a:lnTo>
                    <a:pt x="1369300" y="154693"/>
                  </a:lnTo>
                  <a:close/>
                </a:path>
                <a:path extrusionOk="0" h="963295" w="2264409">
                  <a:moveTo>
                    <a:pt x="1402253" y="173854"/>
                  </a:moveTo>
                  <a:lnTo>
                    <a:pt x="1396424" y="175400"/>
                  </a:lnTo>
                  <a:lnTo>
                    <a:pt x="1391142" y="184499"/>
                  </a:lnTo>
                  <a:lnTo>
                    <a:pt x="1392690" y="190328"/>
                  </a:lnTo>
                  <a:lnTo>
                    <a:pt x="1401805" y="195620"/>
                  </a:lnTo>
                  <a:lnTo>
                    <a:pt x="1407634" y="194073"/>
                  </a:lnTo>
                  <a:lnTo>
                    <a:pt x="1412916" y="184974"/>
                  </a:lnTo>
                  <a:lnTo>
                    <a:pt x="1411370" y="179144"/>
                  </a:lnTo>
                  <a:lnTo>
                    <a:pt x="1402253" y="173854"/>
                  </a:lnTo>
                  <a:close/>
                </a:path>
                <a:path extrusionOk="0" h="963295" w="2264409">
                  <a:moveTo>
                    <a:pt x="1435207" y="193013"/>
                  </a:moveTo>
                  <a:lnTo>
                    <a:pt x="1429378" y="194560"/>
                  </a:lnTo>
                  <a:lnTo>
                    <a:pt x="1424096" y="203659"/>
                  </a:lnTo>
                  <a:lnTo>
                    <a:pt x="1425644" y="209487"/>
                  </a:lnTo>
                  <a:lnTo>
                    <a:pt x="1434759" y="214779"/>
                  </a:lnTo>
                  <a:lnTo>
                    <a:pt x="1440588" y="213232"/>
                  </a:lnTo>
                  <a:lnTo>
                    <a:pt x="1445870" y="204133"/>
                  </a:lnTo>
                  <a:lnTo>
                    <a:pt x="1444324" y="198304"/>
                  </a:lnTo>
                  <a:lnTo>
                    <a:pt x="1435207" y="193013"/>
                  </a:lnTo>
                  <a:close/>
                </a:path>
                <a:path extrusionOk="0" h="963295" w="2264409">
                  <a:moveTo>
                    <a:pt x="1470018" y="206945"/>
                  </a:moveTo>
                  <a:lnTo>
                    <a:pt x="1460138" y="210615"/>
                  </a:lnTo>
                  <a:lnTo>
                    <a:pt x="1457624" y="216098"/>
                  </a:lnTo>
                  <a:lnTo>
                    <a:pt x="1461289" y="225960"/>
                  </a:lnTo>
                  <a:lnTo>
                    <a:pt x="1466772" y="228472"/>
                  </a:lnTo>
                  <a:lnTo>
                    <a:pt x="1476651" y="224802"/>
                  </a:lnTo>
                  <a:lnTo>
                    <a:pt x="1479165" y="219320"/>
                  </a:lnTo>
                  <a:lnTo>
                    <a:pt x="1475501" y="209457"/>
                  </a:lnTo>
                  <a:lnTo>
                    <a:pt x="1470018" y="206945"/>
                  </a:lnTo>
                  <a:close/>
                </a:path>
                <a:path extrusionOk="0" h="963295" w="2264409">
                  <a:moveTo>
                    <a:pt x="1505743" y="193652"/>
                  </a:moveTo>
                  <a:lnTo>
                    <a:pt x="1495864" y="197322"/>
                  </a:lnTo>
                  <a:lnTo>
                    <a:pt x="1493351" y="202805"/>
                  </a:lnTo>
                  <a:lnTo>
                    <a:pt x="1497015" y="212667"/>
                  </a:lnTo>
                  <a:lnTo>
                    <a:pt x="1502497" y="215179"/>
                  </a:lnTo>
                  <a:lnTo>
                    <a:pt x="1512378" y="211509"/>
                  </a:lnTo>
                  <a:lnTo>
                    <a:pt x="1514890" y="206027"/>
                  </a:lnTo>
                  <a:lnTo>
                    <a:pt x="1511226" y="196164"/>
                  </a:lnTo>
                  <a:lnTo>
                    <a:pt x="1505743" y="193652"/>
                  </a:lnTo>
                  <a:close/>
                </a:path>
                <a:path extrusionOk="0" h="963295" w="2264409">
                  <a:moveTo>
                    <a:pt x="1541470" y="180357"/>
                  </a:moveTo>
                  <a:lnTo>
                    <a:pt x="1531589" y="184029"/>
                  </a:lnTo>
                  <a:lnTo>
                    <a:pt x="1529077" y="189511"/>
                  </a:lnTo>
                  <a:lnTo>
                    <a:pt x="1532741" y="199373"/>
                  </a:lnTo>
                  <a:lnTo>
                    <a:pt x="1538223" y="201886"/>
                  </a:lnTo>
                  <a:lnTo>
                    <a:pt x="1548104" y="198215"/>
                  </a:lnTo>
                  <a:lnTo>
                    <a:pt x="1550616" y="192732"/>
                  </a:lnTo>
                  <a:lnTo>
                    <a:pt x="1546952" y="182871"/>
                  </a:lnTo>
                  <a:lnTo>
                    <a:pt x="1541470" y="180357"/>
                  </a:lnTo>
                  <a:close/>
                </a:path>
                <a:path extrusionOk="0" h="963295" w="2264409">
                  <a:moveTo>
                    <a:pt x="1577196" y="167064"/>
                  </a:moveTo>
                  <a:lnTo>
                    <a:pt x="1567315" y="170734"/>
                  </a:lnTo>
                  <a:lnTo>
                    <a:pt x="1564803" y="176217"/>
                  </a:lnTo>
                  <a:lnTo>
                    <a:pt x="1568467" y="186080"/>
                  </a:lnTo>
                  <a:lnTo>
                    <a:pt x="1573950" y="188592"/>
                  </a:lnTo>
                  <a:lnTo>
                    <a:pt x="1583829" y="184922"/>
                  </a:lnTo>
                  <a:lnTo>
                    <a:pt x="1586343" y="179439"/>
                  </a:lnTo>
                  <a:lnTo>
                    <a:pt x="1582679" y="169576"/>
                  </a:lnTo>
                  <a:lnTo>
                    <a:pt x="1577196" y="167064"/>
                  </a:lnTo>
                  <a:close/>
                </a:path>
                <a:path extrusionOk="0" h="963295" w="2264409">
                  <a:moveTo>
                    <a:pt x="1609658" y="166841"/>
                  </a:moveTo>
                  <a:lnTo>
                    <a:pt x="1604191" y="169387"/>
                  </a:lnTo>
                  <a:lnTo>
                    <a:pt x="1600588" y="179271"/>
                  </a:lnTo>
                  <a:lnTo>
                    <a:pt x="1603134" y="184739"/>
                  </a:lnTo>
                  <a:lnTo>
                    <a:pt x="1613037" y="188348"/>
                  </a:lnTo>
                  <a:lnTo>
                    <a:pt x="1618504" y="185802"/>
                  </a:lnTo>
                  <a:lnTo>
                    <a:pt x="1622107" y="175917"/>
                  </a:lnTo>
                  <a:lnTo>
                    <a:pt x="1619561" y="170450"/>
                  </a:lnTo>
                  <a:lnTo>
                    <a:pt x="1609658" y="166841"/>
                  </a:lnTo>
                  <a:close/>
                </a:path>
                <a:path extrusionOk="0" h="963295" w="2264409">
                  <a:moveTo>
                    <a:pt x="1645481" y="179867"/>
                  </a:moveTo>
                  <a:lnTo>
                    <a:pt x="1640015" y="182413"/>
                  </a:lnTo>
                  <a:lnTo>
                    <a:pt x="1636411" y="192298"/>
                  </a:lnTo>
                  <a:lnTo>
                    <a:pt x="1638957" y="197765"/>
                  </a:lnTo>
                  <a:lnTo>
                    <a:pt x="1648861" y="201375"/>
                  </a:lnTo>
                  <a:lnTo>
                    <a:pt x="1654328" y="198829"/>
                  </a:lnTo>
                  <a:lnTo>
                    <a:pt x="1657931" y="188944"/>
                  </a:lnTo>
                  <a:lnTo>
                    <a:pt x="1655385" y="183476"/>
                  </a:lnTo>
                  <a:lnTo>
                    <a:pt x="1645481" y="179867"/>
                  </a:lnTo>
                  <a:close/>
                </a:path>
                <a:path extrusionOk="0" h="963295" w="2264409">
                  <a:moveTo>
                    <a:pt x="1681306" y="192895"/>
                  </a:moveTo>
                  <a:lnTo>
                    <a:pt x="1675838" y="195440"/>
                  </a:lnTo>
                  <a:lnTo>
                    <a:pt x="1672235" y="205325"/>
                  </a:lnTo>
                  <a:lnTo>
                    <a:pt x="1674782" y="210793"/>
                  </a:lnTo>
                  <a:lnTo>
                    <a:pt x="1684685" y="214402"/>
                  </a:lnTo>
                  <a:lnTo>
                    <a:pt x="1690151" y="211856"/>
                  </a:lnTo>
                  <a:lnTo>
                    <a:pt x="1693755" y="201971"/>
                  </a:lnTo>
                  <a:lnTo>
                    <a:pt x="1691209" y="196504"/>
                  </a:lnTo>
                  <a:lnTo>
                    <a:pt x="1681306" y="192895"/>
                  </a:lnTo>
                  <a:close/>
                </a:path>
                <a:path extrusionOk="0" h="963295" w="2264409">
                  <a:moveTo>
                    <a:pt x="1717130" y="205921"/>
                  </a:moveTo>
                  <a:lnTo>
                    <a:pt x="1711662" y="208467"/>
                  </a:lnTo>
                  <a:lnTo>
                    <a:pt x="1708059" y="218352"/>
                  </a:lnTo>
                  <a:lnTo>
                    <a:pt x="1710606" y="223819"/>
                  </a:lnTo>
                  <a:lnTo>
                    <a:pt x="1720509" y="227429"/>
                  </a:lnTo>
                  <a:lnTo>
                    <a:pt x="1725975" y="224882"/>
                  </a:lnTo>
                  <a:lnTo>
                    <a:pt x="1729578" y="214998"/>
                  </a:lnTo>
                  <a:lnTo>
                    <a:pt x="1727033" y="209530"/>
                  </a:lnTo>
                  <a:lnTo>
                    <a:pt x="1717130" y="205921"/>
                  </a:lnTo>
                  <a:close/>
                </a:path>
                <a:path extrusionOk="0" h="963295" w="2264409">
                  <a:moveTo>
                    <a:pt x="1744379" y="185120"/>
                  </a:moveTo>
                  <a:lnTo>
                    <a:pt x="1738469" y="186326"/>
                  </a:lnTo>
                  <a:lnTo>
                    <a:pt x="1732659" y="195120"/>
                  </a:lnTo>
                  <a:lnTo>
                    <a:pt x="1733866" y="201029"/>
                  </a:lnTo>
                  <a:lnTo>
                    <a:pt x="1742644" y="206829"/>
                  </a:lnTo>
                  <a:lnTo>
                    <a:pt x="1748553" y="205621"/>
                  </a:lnTo>
                  <a:lnTo>
                    <a:pt x="1754364" y="196828"/>
                  </a:lnTo>
                  <a:lnTo>
                    <a:pt x="1753157" y="190920"/>
                  </a:lnTo>
                  <a:lnTo>
                    <a:pt x="1744379" y="185120"/>
                  </a:lnTo>
                  <a:close/>
                </a:path>
                <a:path extrusionOk="0" h="963295" w="2264409">
                  <a:moveTo>
                    <a:pt x="1765410" y="153327"/>
                  </a:moveTo>
                  <a:lnTo>
                    <a:pt x="1759502" y="154534"/>
                  </a:lnTo>
                  <a:lnTo>
                    <a:pt x="1753692" y="163328"/>
                  </a:lnTo>
                  <a:lnTo>
                    <a:pt x="1754898" y="169237"/>
                  </a:lnTo>
                  <a:lnTo>
                    <a:pt x="1763676" y="175037"/>
                  </a:lnTo>
                  <a:lnTo>
                    <a:pt x="1769584" y="173829"/>
                  </a:lnTo>
                  <a:lnTo>
                    <a:pt x="1775395" y="165036"/>
                  </a:lnTo>
                  <a:lnTo>
                    <a:pt x="1774188" y="159127"/>
                  </a:lnTo>
                  <a:lnTo>
                    <a:pt x="1765410" y="153327"/>
                  </a:lnTo>
                  <a:close/>
                </a:path>
                <a:path extrusionOk="0" h="963295" w="2264409">
                  <a:moveTo>
                    <a:pt x="1786442" y="121535"/>
                  </a:moveTo>
                  <a:lnTo>
                    <a:pt x="1780533" y="122742"/>
                  </a:lnTo>
                  <a:lnTo>
                    <a:pt x="1774723" y="131536"/>
                  </a:lnTo>
                  <a:lnTo>
                    <a:pt x="1775929" y="137445"/>
                  </a:lnTo>
                  <a:lnTo>
                    <a:pt x="1784708" y="143245"/>
                  </a:lnTo>
                  <a:lnTo>
                    <a:pt x="1790617" y="142038"/>
                  </a:lnTo>
                  <a:lnTo>
                    <a:pt x="1796427" y="133244"/>
                  </a:lnTo>
                  <a:lnTo>
                    <a:pt x="1795221" y="127335"/>
                  </a:lnTo>
                  <a:lnTo>
                    <a:pt x="1786442" y="121535"/>
                  </a:lnTo>
                  <a:close/>
                </a:path>
                <a:path extrusionOk="0" h="963295" w="2264409">
                  <a:moveTo>
                    <a:pt x="1807474" y="89743"/>
                  </a:moveTo>
                  <a:lnTo>
                    <a:pt x="1801564" y="90951"/>
                  </a:lnTo>
                  <a:lnTo>
                    <a:pt x="1795754" y="99744"/>
                  </a:lnTo>
                  <a:lnTo>
                    <a:pt x="1796961" y="105653"/>
                  </a:lnTo>
                  <a:lnTo>
                    <a:pt x="1805739" y="111453"/>
                  </a:lnTo>
                  <a:lnTo>
                    <a:pt x="1811648" y="110246"/>
                  </a:lnTo>
                  <a:lnTo>
                    <a:pt x="1817458" y="101452"/>
                  </a:lnTo>
                  <a:lnTo>
                    <a:pt x="1816252" y="95543"/>
                  </a:lnTo>
                  <a:lnTo>
                    <a:pt x="1807474" y="89743"/>
                  </a:lnTo>
                  <a:close/>
                </a:path>
                <a:path extrusionOk="0" h="963295" w="2264409">
                  <a:moveTo>
                    <a:pt x="1828506" y="57951"/>
                  </a:moveTo>
                  <a:lnTo>
                    <a:pt x="1822598" y="59157"/>
                  </a:lnTo>
                  <a:lnTo>
                    <a:pt x="1816787" y="67951"/>
                  </a:lnTo>
                  <a:lnTo>
                    <a:pt x="1817992" y="73860"/>
                  </a:lnTo>
                  <a:lnTo>
                    <a:pt x="1826770" y="79660"/>
                  </a:lnTo>
                  <a:lnTo>
                    <a:pt x="1832678" y="78455"/>
                  </a:lnTo>
                  <a:lnTo>
                    <a:pt x="1838490" y="69662"/>
                  </a:lnTo>
                  <a:lnTo>
                    <a:pt x="1837284" y="63752"/>
                  </a:lnTo>
                  <a:lnTo>
                    <a:pt x="1828506" y="57951"/>
                  </a:lnTo>
                  <a:close/>
                </a:path>
                <a:path extrusionOk="0" h="963295" w="2264409">
                  <a:moveTo>
                    <a:pt x="1849537" y="26159"/>
                  </a:moveTo>
                  <a:lnTo>
                    <a:pt x="1843629" y="27365"/>
                  </a:lnTo>
                  <a:lnTo>
                    <a:pt x="1837818" y="36159"/>
                  </a:lnTo>
                  <a:lnTo>
                    <a:pt x="1839024" y="42068"/>
                  </a:lnTo>
                  <a:lnTo>
                    <a:pt x="1847801" y="47868"/>
                  </a:lnTo>
                  <a:lnTo>
                    <a:pt x="1853711" y="46662"/>
                  </a:lnTo>
                  <a:lnTo>
                    <a:pt x="1859522" y="37868"/>
                  </a:lnTo>
                  <a:lnTo>
                    <a:pt x="1858316" y="31960"/>
                  </a:lnTo>
                  <a:lnTo>
                    <a:pt x="1849537" y="26159"/>
                  </a:lnTo>
                  <a:close/>
                </a:path>
                <a:path extrusionOk="0" h="963295" w="2264409">
                  <a:moveTo>
                    <a:pt x="1882787" y="9776"/>
                  </a:moveTo>
                  <a:lnTo>
                    <a:pt x="1872301" y="10834"/>
                  </a:lnTo>
                  <a:lnTo>
                    <a:pt x="1868486" y="15505"/>
                  </a:lnTo>
                  <a:lnTo>
                    <a:pt x="1869541" y="25972"/>
                  </a:lnTo>
                  <a:lnTo>
                    <a:pt x="1874212" y="29787"/>
                  </a:lnTo>
                  <a:lnTo>
                    <a:pt x="1884699" y="28731"/>
                  </a:lnTo>
                  <a:lnTo>
                    <a:pt x="1888514" y="24060"/>
                  </a:lnTo>
                  <a:lnTo>
                    <a:pt x="1887458" y="13591"/>
                  </a:lnTo>
                  <a:lnTo>
                    <a:pt x="1882787" y="9776"/>
                  </a:lnTo>
                  <a:close/>
                </a:path>
                <a:path extrusionOk="0" h="963295" w="2264409">
                  <a:moveTo>
                    <a:pt x="1920713" y="5943"/>
                  </a:moveTo>
                  <a:lnTo>
                    <a:pt x="1910227" y="7001"/>
                  </a:lnTo>
                  <a:lnTo>
                    <a:pt x="1906412" y="11671"/>
                  </a:lnTo>
                  <a:lnTo>
                    <a:pt x="1907467" y="22139"/>
                  </a:lnTo>
                  <a:lnTo>
                    <a:pt x="1912138" y="25954"/>
                  </a:lnTo>
                  <a:lnTo>
                    <a:pt x="1922625" y="24897"/>
                  </a:lnTo>
                  <a:lnTo>
                    <a:pt x="1926440" y="20226"/>
                  </a:lnTo>
                  <a:lnTo>
                    <a:pt x="1925384" y="9758"/>
                  </a:lnTo>
                  <a:lnTo>
                    <a:pt x="1920713" y="5943"/>
                  </a:lnTo>
                  <a:close/>
                </a:path>
                <a:path extrusionOk="0" h="963295" w="2264409">
                  <a:moveTo>
                    <a:pt x="1958639" y="2109"/>
                  </a:moveTo>
                  <a:lnTo>
                    <a:pt x="1948153" y="3167"/>
                  </a:lnTo>
                  <a:lnTo>
                    <a:pt x="1944336" y="7838"/>
                  </a:lnTo>
                  <a:lnTo>
                    <a:pt x="1945392" y="18305"/>
                  </a:lnTo>
                  <a:lnTo>
                    <a:pt x="1950063" y="22120"/>
                  </a:lnTo>
                  <a:lnTo>
                    <a:pt x="1960551" y="21064"/>
                  </a:lnTo>
                  <a:lnTo>
                    <a:pt x="1964366" y="16393"/>
                  </a:lnTo>
                  <a:lnTo>
                    <a:pt x="1963310" y="5924"/>
                  </a:lnTo>
                  <a:lnTo>
                    <a:pt x="1958639" y="2109"/>
                  </a:lnTo>
                  <a:close/>
                </a:path>
                <a:path extrusionOk="0" h="963295" w="2264409">
                  <a:moveTo>
                    <a:pt x="1991992" y="0"/>
                  </a:moveTo>
                  <a:lnTo>
                    <a:pt x="1982264" y="4006"/>
                  </a:lnTo>
                  <a:lnTo>
                    <a:pt x="1979945" y="9574"/>
                  </a:lnTo>
                  <a:lnTo>
                    <a:pt x="1983959" y="19320"/>
                  </a:lnTo>
                  <a:lnTo>
                    <a:pt x="1989527" y="21639"/>
                  </a:lnTo>
                  <a:lnTo>
                    <a:pt x="1999255" y="17632"/>
                  </a:lnTo>
                  <a:lnTo>
                    <a:pt x="2001574" y="12064"/>
                  </a:lnTo>
                  <a:lnTo>
                    <a:pt x="1997560" y="2320"/>
                  </a:lnTo>
                  <a:lnTo>
                    <a:pt x="1991992" y="0"/>
                  </a:lnTo>
                  <a:close/>
                </a:path>
                <a:path extrusionOk="0" h="963295" w="2264409">
                  <a:moveTo>
                    <a:pt x="2006565" y="35223"/>
                  </a:moveTo>
                  <a:lnTo>
                    <a:pt x="1996837" y="39230"/>
                  </a:lnTo>
                  <a:lnTo>
                    <a:pt x="1994518" y="44797"/>
                  </a:lnTo>
                  <a:lnTo>
                    <a:pt x="1998532" y="54543"/>
                  </a:lnTo>
                  <a:lnTo>
                    <a:pt x="2004100" y="56862"/>
                  </a:lnTo>
                  <a:lnTo>
                    <a:pt x="2013828" y="52856"/>
                  </a:lnTo>
                  <a:lnTo>
                    <a:pt x="2016147" y="47288"/>
                  </a:lnTo>
                  <a:lnTo>
                    <a:pt x="2012133" y="37542"/>
                  </a:lnTo>
                  <a:lnTo>
                    <a:pt x="2006565" y="35223"/>
                  </a:lnTo>
                  <a:close/>
                </a:path>
                <a:path extrusionOk="0" h="963295" w="2264409">
                  <a:moveTo>
                    <a:pt x="2021138" y="70446"/>
                  </a:moveTo>
                  <a:lnTo>
                    <a:pt x="2011412" y="74453"/>
                  </a:lnTo>
                  <a:lnTo>
                    <a:pt x="2009093" y="80021"/>
                  </a:lnTo>
                  <a:lnTo>
                    <a:pt x="2013106" y="89767"/>
                  </a:lnTo>
                  <a:lnTo>
                    <a:pt x="2018673" y="92086"/>
                  </a:lnTo>
                  <a:lnTo>
                    <a:pt x="2028402" y="88079"/>
                  </a:lnTo>
                  <a:lnTo>
                    <a:pt x="2030721" y="82511"/>
                  </a:lnTo>
                  <a:lnTo>
                    <a:pt x="2026706" y="72765"/>
                  </a:lnTo>
                  <a:lnTo>
                    <a:pt x="2021138" y="70446"/>
                  </a:lnTo>
                  <a:close/>
                </a:path>
                <a:path extrusionOk="0" h="963295" w="2264409">
                  <a:moveTo>
                    <a:pt x="2035712" y="105670"/>
                  </a:moveTo>
                  <a:lnTo>
                    <a:pt x="2025985" y="109677"/>
                  </a:lnTo>
                  <a:lnTo>
                    <a:pt x="2023666" y="115244"/>
                  </a:lnTo>
                  <a:lnTo>
                    <a:pt x="2027679" y="124990"/>
                  </a:lnTo>
                  <a:lnTo>
                    <a:pt x="2033247" y="127309"/>
                  </a:lnTo>
                  <a:lnTo>
                    <a:pt x="2042975" y="123301"/>
                  </a:lnTo>
                  <a:lnTo>
                    <a:pt x="2045294" y="117735"/>
                  </a:lnTo>
                  <a:lnTo>
                    <a:pt x="2041279" y="107989"/>
                  </a:lnTo>
                  <a:lnTo>
                    <a:pt x="2035712" y="105670"/>
                  </a:lnTo>
                  <a:close/>
                </a:path>
                <a:path extrusionOk="0" h="963295" w="2264409">
                  <a:moveTo>
                    <a:pt x="2050288" y="140893"/>
                  </a:moveTo>
                  <a:lnTo>
                    <a:pt x="2040558" y="144899"/>
                  </a:lnTo>
                  <a:lnTo>
                    <a:pt x="2038239" y="150465"/>
                  </a:lnTo>
                  <a:lnTo>
                    <a:pt x="2042251" y="160213"/>
                  </a:lnTo>
                  <a:lnTo>
                    <a:pt x="2047819" y="162532"/>
                  </a:lnTo>
                  <a:lnTo>
                    <a:pt x="2057547" y="158526"/>
                  </a:lnTo>
                  <a:lnTo>
                    <a:pt x="2059867" y="152960"/>
                  </a:lnTo>
                  <a:lnTo>
                    <a:pt x="2055854" y="143214"/>
                  </a:lnTo>
                  <a:lnTo>
                    <a:pt x="2050288" y="140893"/>
                  </a:lnTo>
                  <a:close/>
                </a:path>
                <a:path extrusionOk="0" h="963295" w="2264409">
                  <a:moveTo>
                    <a:pt x="2064861" y="176117"/>
                  </a:moveTo>
                  <a:lnTo>
                    <a:pt x="2055133" y="180122"/>
                  </a:lnTo>
                  <a:lnTo>
                    <a:pt x="2052812" y="185689"/>
                  </a:lnTo>
                  <a:lnTo>
                    <a:pt x="2056825" y="195436"/>
                  </a:lnTo>
                  <a:lnTo>
                    <a:pt x="2062392" y="197755"/>
                  </a:lnTo>
                  <a:lnTo>
                    <a:pt x="2072120" y="193749"/>
                  </a:lnTo>
                  <a:lnTo>
                    <a:pt x="2074440" y="188183"/>
                  </a:lnTo>
                  <a:lnTo>
                    <a:pt x="2070427" y="178437"/>
                  </a:lnTo>
                  <a:lnTo>
                    <a:pt x="2064861" y="176117"/>
                  </a:lnTo>
                  <a:close/>
                </a:path>
                <a:path extrusionOk="0" h="963295" w="2264409">
                  <a:moveTo>
                    <a:pt x="2079434" y="211340"/>
                  </a:moveTo>
                  <a:lnTo>
                    <a:pt x="2069706" y="215346"/>
                  </a:lnTo>
                  <a:lnTo>
                    <a:pt x="2067386" y="220912"/>
                  </a:lnTo>
                  <a:lnTo>
                    <a:pt x="2071399" y="230658"/>
                  </a:lnTo>
                  <a:lnTo>
                    <a:pt x="2076965" y="232978"/>
                  </a:lnTo>
                  <a:lnTo>
                    <a:pt x="2086693" y="228973"/>
                  </a:lnTo>
                  <a:lnTo>
                    <a:pt x="2089014" y="223406"/>
                  </a:lnTo>
                  <a:lnTo>
                    <a:pt x="2085000" y="213659"/>
                  </a:lnTo>
                  <a:lnTo>
                    <a:pt x="2079434" y="211340"/>
                  </a:lnTo>
                  <a:close/>
                </a:path>
                <a:path extrusionOk="0" h="963295" w="2264409">
                  <a:moveTo>
                    <a:pt x="2094007" y="246564"/>
                  </a:moveTo>
                  <a:lnTo>
                    <a:pt x="2084279" y="250569"/>
                  </a:lnTo>
                  <a:lnTo>
                    <a:pt x="2081959" y="256136"/>
                  </a:lnTo>
                  <a:lnTo>
                    <a:pt x="2085972" y="265882"/>
                  </a:lnTo>
                  <a:lnTo>
                    <a:pt x="2091538" y="268202"/>
                  </a:lnTo>
                  <a:lnTo>
                    <a:pt x="2101268" y="264196"/>
                  </a:lnTo>
                  <a:lnTo>
                    <a:pt x="2103587" y="258630"/>
                  </a:lnTo>
                  <a:lnTo>
                    <a:pt x="2099575" y="248883"/>
                  </a:lnTo>
                  <a:lnTo>
                    <a:pt x="2094007" y="246564"/>
                  </a:lnTo>
                  <a:close/>
                </a:path>
                <a:path extrusionOk="0" h="963295" w="2264409">
                  <a:moveTo>
                    <a:pt x="2108578" y="281786"/>
                  </a:moveTo>
                  <a:lnTo>
                    <a:pt x="2098850" y="285795"/>
                  </a:lnTo>
                  <a:lnTo>
                    <a:pt x="2096532" y="291362"/>
                  </a:lnTo>
                  <a:lnTo>
                    <a:pt x="2100548" y="301108"/>
                  </a:lnTo>
                  <a:lnTo>
                    <a:pt x="2106115" y="303425"/>
                  </a:lnTo>
                  <a:lnTo>
                    <a:pt x="2115842" y="299417"/>
                  </a:lnTo>
                  <a:lnTo>
                    <a:pt x="2118160" y="293850"/>
                  </a:lnTo>
                  <a:lnTo>
                    <a:pt x="2114144" y="284105"/>
                  </a:lnTo>
                  <a:lnTo>
                    <a:pt x="2108578" y="281786"/>
                  </a:lnTo>
                  <a:close/>
                </a:path>
                <a:path extrusionOk="0" h="963295" w="2264409">
                  <a:moveTo>
                    <a:pt x="2123151" y="317009"/>
                  </a:moveTo>
                  <a:lnTo>
                    <a:pt x="2113423" y="321017"/>
                  </a:lnTo>
                  <a:lnTo>
                    <a:pt x="2111105" y="326585"/>
                  </a:lnTo>
                  <a:lnTo>
                    <a:pt x="2115121" y="336331"/>
                  </a:lnTo>
                  <a:lnTo>
                    <a:pt x="2120689" y="338649"/>
                  </a:lnTo>
                  <a:lnTo>
                    <a:pt x="2130416" y="334641"/>
                  </a:lnTo>
                  <a:lnTo>
                    <a:pt x="2132733" y="329073"/>
                  </a:lnTo>
                  <a:lnTo>
                    <a:pt x="2128718" y="319327"/>
                  </a:lnTo>
                  <a:lnTo>
                    <a:pt x="2123151" y="317009"/>
                  </a:lnTo>
                  <a:close/>
                </a:path>
                <a:path extrusionOk="0" h="963295" w="2264409">
                  <a:moveTo>
                    <a:pt x="2150080" y="345729"/>
                  </a:moveTo>
                  <a:lnTo>
                    <a:pt x="2143971" y="345729"/>
                  </a:lnTo>
                  <a:lnTo>
                    <a:pt x="2136515" y="352995"/>
                  </a:lnTo>
                  <a:lnTo>
                    <a:pt x="2136439" y="359026"/>
                  </a:lnTo>
                  <a:lnTo>
                    <a:pt x="2143872" y="366651"/>
                  </a:lnTo>
                  <a:lnTo>
                    <a:pt x="2149826" y="366651"/>
                  </a:lnTo>
                  <a:lnTo>
                    <a:pt x="2157360" y="359307"/>
                  </a:lnTo>
                  <a:lnTo>
                    <a:pt x="2157437" y="353277"/>
                  </a:lnTo>
                  <a:lnTo>
                    <a:pt x="2150080" y="345729"/>
                  </a:lnTo>
                  <a:close/>
                </a:path>
                <a:path extrusionOk="0" h="963295" w="2264409">
                  <a:moveTo>
                    <a:pt x="2176766" y="372950"/>
                  </a:moveTo>
                  <a:lnTo>
                    <a:pt x="2170655" y="372950"/>
                  </a:lnTo>
                  <a:lnTo>
                    <a:pt x="2163201" y="380216"/>
                  </a:lnTo>
                  <a:lnTo>
                    <a:pt x="2163123" y="386247"/>
                  </a:lnTo>
                  <a:lnTo>
                    <a:pt x="2170556" y="393872"/>
                  </a:lnTo>
                  <a:lnTo>
                    <a:pt x="2176510" y="393872"/>
                  </a:lnTo>
                  <a:lnTo>
                    <a:pt x="2184045" y="386528"/>
                  </a:lnTo>
                  <a:lnTo>
                    <a:pt x="2184121" y="380498"/>
                  </a:lnTo>
                  <a:lnTo>
                    <a:pt x="2176766" y="372950"/>
                  </a:lnTo>
                  <a:close/>
                </a:path>
                <a:path extrusionOk="0" h="963295" w="2264409">
                  <a:moveTo>
                    <a:pt x="2203449" y="400171"/>
                  </a:moveTo>
                  <a:lnTo>
                    <a:pt x="2197340" y="400171"/>
                  </a:lnTo>
                  <a:lnTo>
                    <a:pt x="2189885" y="407437"/>
                  </a:lnTo>
                  <a:lnTo>
                    <a:pt x="2189807" y="413468"/>
                  </a:lnTo>
                  <a:lnTo>
                    <a:pt x="2197240" y="421093"/>
                  </a:lnTo>
                  <a:lnTo>
                    <a:pt x="2203195" y="421093"/>
                  </a:lnTo>
                  <a:lnTo>
                    <a:pt x="2210729" y="413749"/>
                  </a:lnTo>
                  <a:lnTo>
                    <a:pt x="2210807" y="407719"/>
                  </a:lnTo>
                  <a:lnTo>
                    <a:pt x="2203449" y="400171"/>
                  </a:lnTo>
                  <a:close/>
                </a:path>
                <a:path extrusionOk="0" h="963295" w="2264409">
                  <a:moveTo>
                    <a:pt x="2230133" y="427393"/>
                  </a:moveTo>
                  <a:lnTo>
                    <a:pt x="2224024" y="427393"/>
                  </a:lnTo>
                  <a:lnTo>
                    <a:pt x="2216570" y="434660"/>
                  </a:lnTo>
                  <a:lnTo>
                    <a:pt x="2216492" y="440689"/>
                  </a:lnTo>
                  <a:lnTo>
                    <a:pt x="2223925" y="448315"/>
                  </a:lnTo>
                  <a:lnTo>
                    <a:pt x="2229879" y="448315"/>
                  </a:lnTo>
                  <a:lnTo>
                    <a:pt x="2237413" y="440970"/>
                  </a:lnTo>
                  <a:lnTo>
                    <a:pt x="2237491" y="434940"/>
                  </a:lnTo>
                  <a:lnTo>
                    <a:pt x="2230133" y="427393"/>
                  </a:lnTo>
                  <a:close/>
                </a:path>
                <a:path extrusionOk="0" h="963295" w="2264409">
                  <a:moveTo>
                    <a:pt x="2256819" y="454614"/>
                  </a:moveTo>
                  <a:lnTo>
                    <a:pt x="2250709" y="454614"/>
                  </a:lnTo>
                  <a:lnTo>
                    <a:pt x="2243254" y="461881"/>
                  </a:lnTo>
                  <a:lnTo>
                    <a:pt x="2243176" y="467911"/>
                  </a:lnTo>
                  <a:lnTo>
                    <a:pt x="2250609" y="475536"/>
                  </a:lnTo>
                  <a:lnTo>
                    <a:pt x="2256565" y="475536"/>
                  </a:lnTo>
                  <a:lnTo>
                    <a:pt x="2264098" y="468191"/>
                  </a:lnTo>
                  <a:lnTo>
                    <a:pt x="2264176" y="462161"/>
                  </a:lnTo>
                  <a:lnTo>
                    <a:pt x="2256819" y="454614"/>
                  </a:lnTo>
                  <a:close/>
                </a:path>
              </a:pathLst>
            </a:custGeom>
            <a:solidFill>
              <a:srgbClr val="3E885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0" name="Google Shape;470;p20"/>
          <p:cNvSpPr txBox="1"/>
          <p:nvPr/>
        </p:nvSpPr>
        <p:spPr>
          <a:xfrm>
            <a:off x="5061633" y="3987800"/>
            <a:ext cx="401320" cy="1872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8000.00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7000.00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6000.00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6055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 txBox="1"/>
          <p:nvPr/>
        </p:nvSpPr>
        <p:spPr>
          <a:xfrm>
            <a:off x="5514958" y="5847079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 txBox="1"/>
          <p:nvPr/>
        </p:nvSpPr>
        <p:spPr>
          <a:xfrm>
            <a:off x="6043344" y="5847079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 txBox="1"/>
          <p:nvPr/>
        </p:nvSpPr>
        <p:spPr>
          <a:xfrm>
            <a:off x="6571729" y="5847079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 txBox="1"/>
          <p:nvPr/>
        </p:nvSpPr>
        <p:spPr>
          <a:xfrm>
            <a:off x="7100115" y="5847079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 txBox="1"/>
          <p:nvPr/>
        </p:nvSpPr>
        <p:spPr>
          <a:xfrm>
            <a:off x="7628500" y="5847079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 txBox="1"/>
          <p:nvPr/>
        </p:nvSpPr>
        <p:spPr>
          <a:xfrm>
            <a:off x="8127928" y="5847079"/>
            <a:ext cx="1530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 txBox="1"/>
          <p:nvPr/>
        </p:nvSpPr>
        <p:spPr>
          <a:xfrm>
            <a:off x="5913711" y="3744467"/>
            <a:ext cx="15595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Bathrooms and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20"/>
          <p:cNvGrpSpPr/>
          <p:nvPr/>
        </p:nvGrpSpPr>
        <p:grpSpPr>
          <a:xfrm>
            <a:off x="9159321" y="4145710"/>
            <a:ext cx="2678494" cy="1679655"/>
            <a:chOff x="9159321" y="4145710"/>
            <a:chExt cx="2678494" cy="1679655"/>
          </a:xfrm>
        </p:grpSpPr>
        <p:sp>
          <p:nvSpPr>
            <p:cNvPr id="479" name="Google Shape;479;p20"/>
            <p:cNvSpPr/>
            <p:nvPr/>
          </p:nvSpPr>
          <p:spPr>
            <a:xfrm>
              <a:off x="9195580" y="4194047"/>
              <a:ext cx="2642235" cy="1548765"/>
            </a:xfrm>
            <a:custGeom>
              <a:rect b="b" l="l" r="r" t="t"/>
              <a:pathLst>
                <a:path extrusionOk="0" h="1548764" w="2642234">
                  <a:moveTo>
                    <a:pt x="0" y="1548384"/>
                  </a:moveTo>
                  <a:lnTo>
                    <a:pt x="2641926" y="1548384"/>
                  </a:lnTo>
                </a:path>
                <a:path extrusionOk="0" h="1548764" w="2642234">
                  <a:moveTo>
                    <a:pt x="0" y="1499616"/>
                  </a:moveTo>
                  <a:lnTo>
                    <a:pt x="2641926" y="1499616"/>
                  </a:lnTo>
                </a:path>
                <a:path extrusionOk="0" h="1548764" w="2642234">
                  <a:moveTo>
                    <a:pt x="0" y="1453896"/>
                  </a:moveTo>
                  <a:lnTo>
                    <a:pt x="2641926" y="1453896"/>
                  </a:lnTo>
                </a:path>
                <a:path extrusionOk="0" h="1548764" w="2642234">
                  <a:moveTo>
                    <a:pt x="0" y="1408176"/>
                  </a:moveTo>
                  <a:lnTo>
                    <a:pt x="2641926" y="1408176"/>
                  </a:lnTo>
                </a:path>
                <a:path extrusionOk="0" h="1548764" w="2642234">
                  <a:moveTo>
                    <a:pt x="0" y="1313688"/>
                  </a:moveTo>
                  <a:lnTo>
                    <a:pt x="2641926" y="1313688"/>
                  </a:lnTo>
                </a:path>
                <a:path extrusionOk="0" h="1548764" w="2642234">
                  <a:moveTo>
                    <a:pt x="0" y="1264920"/>
                  </a:moveTo>
                  <a:lnTo>
                    <a:pt x="2641926" y="1264920"/>
                  </a:lnTo>
                </a:path>
                <a:path extrusionOk="0" h="1548764" w="2642234">
                  <a:moveTo>
                    <a:pt x="0" y="1219200"/>
                  </a:moveTo>
                  <a:lnTo>
                    <a:pt x="2641926" y="1219200"/>
                  </a:lnTo>
                </a:path>
                <a:path extrusionOk="0" h="1548764" w="2642234">
                  <a:moveTo>
                    <a:pt x="0" y="1173480"/>
                  </a:moveTo>
                  <a:lnTo>
                    <a:pt x="2641926" y="1173480"/>
                  </a:lnTo>
                </a:path>
                <a:path extrusionOk="0" h="1548764" w="2642234">
                  <a:moveTo>
                    <a:pt x="0" y="1078992"/>
                  </a:moveTo>
                  <a:lnTo>
                    <a:pt x="2641926" y="1078992"/>
                  </a:lnTo>
                </a:path>
                <a:path extrusionOk="0" h="1548764" w="2642234">
                  <a:moveTo>
                    <a:pt x="0" y="1030224"/>
                  </a:moveTo>
                  <a:lnTo>
                    <a:pt x="2641926" y="1030224"/>
                  </a:lnTo>
                </a:path>
                <a:path extrusionOk="0" h="1548764" w="2642234">
                  <a:moveTo>
                    <a:pt x="0" y="984504"/>
                  </a:moveTo>
                  <a:lnTo>
                    <a:pt x="2641926" y="984504"/>
                  </a:lnTo>
                </a:path>
                <a:path extrusionOk="0" h="1548764" w="2642234">
                  <a:moveTo>
                    <a:pt x="0" y="938784"/>
                  </a:moveTo>
                  <a:lnTo>
                    <a:pt x="2641926" y="938784"/>
                  </a:lnTo>
                </a:path>
                <a:path extrusionOk="0" h="1548764" w="2642234">
                  <a:moveTo>
                    <a:pt x="0" y="844296"/>
                  </a:moveTo>
                  <a:lnTo>
                    <a:pt x="2641926" y="844296"/>
                  </a:lnTo>
                </a:path>
                <a:path extrusionOk="0" h="1548764" w="2642234">
                  <a:moveTo>
                    <a:pt x="0" y="795528"/>
                  </a:moveTo>
                  <a:lnTo>
                    <a:pt x="2641926" y="795528"/>
                  </a:lnTo>
                </a:path>
                <a:path extrusionOk="0" h="1548764" w="2642234">
                  <a:moveTo>
                    <a:pt x="0" y="749808"/>
                  </a:moveTo>
                  <a:lnTo>
                    <a:pt x="2641926" y="749808"/>
                  </a:lnTo>
                </a:path>
                <a:path extrusionOk="0" h="1548764" w="2642234">
                  <a:moveTo>
                    <a:pt x="0" y="704088"/>
                  </a:moveTo>
                  <a:lnTo>
                    <a:pt x="2641926" y="704088"/>
                  </a:lnTo>
                </a:path>
                <a:path extrusionOk="0" h="1548764" w="2642234">
                  <a:moveTo>
                    <a:pt x="0" y="609600"/>
                  </a:moveTo>
                  <a:lnTo>
                    <a:pt x="2641926" y="609600"/>
                  </a:lnTo>
                </a:path>
                <a:path extrusionOk="0" h="1548764" w="2642234">
                  <a:moveTo>
                    <a:pt x="0" y="560832"/>
                  </a:moveTo>
                  <a:lnTo>
                    <a:pt x="2641926" y="560832"/>
                  </a:lnTo>
                </a:path>
                <a:path extrusionOk="0" h="1548764" w="2642234">
                  <a:moveTo>
                    <a:pt x="0" y="515112"/>
                  </a:moveTo>
                  <a:lnTo>
                    <a:pt x="2641926" y="515112"/>
                  </a:lnTo>
                </a:path>
                <a:path extrusionOk="0" h="1548764" w="2642234">
                  <a:moveTo>
                    <a:pt x="0" y="469392"/>
                  </a:moveTo>
                  <a:lnTo>
                    <a:pt x="2641926" y="469392"/>
                  </a:lnTo>
                </a:path>
                <a:path extrusionOk="0" h="1548764" w="2642234">
                  <a:moveTo>
                    <a:pt x="0" y="374904"/>
                  </a:moveTo>
                  <a:lnTo>
                    <a:pt x="2641926" y="374904"/>
                  </a:lnTo>
                </a:path>
                <a:path extrusionOk="0" h="1548764" w="2642234">
                  <a:moveTo>
                    <a:pt x="0" y="326136"/>
                  </a:moveTo>
                  <a:lnTo>
                    <a:pt x="2641926" y="326136"/>
                  </a:lnTo>
                </a:path>
                <a:path extrusionOk="0" h="1548764" w="2642234">
                  <a:moveTo>
                    <a:pt x="0" y="280416"/>
                  </a:moveTo>
                  <a:lnTo>
                    <a:pt x="2641926" y="280416"/>
                  </a:lnTo>
                </a:path>
                <a:path extrusionOk="0" h="1548764" w="2642234">
                  <a:moveTo>
                    <a:pt x="0" y="234696"/>
                  </a:moveTo>
                  <a:lnTo>
                    <a:pt x="2641926" y="234696"/>
                  </a:lnTo>
                </a:path>
                <a:path extrusionOk="0" h="1548764" w="2642234">
                  <a:moveTo>
                    <a:pt x="0" y="140208"/>
                  </a:moveTo>
                  <a:lnTo>
                    <a:pt x="2641926" y="140208"/>
                  </a:lnTo>
                </a:path>
                <a:path extrusionOk="0" h="1548764" w="2642234">
                  <a:moveTo>
                    <a:pt x="0" y="91440"/>
                  </a:moveTo>
                  <a:lnTo>
                    <a:pt x="2641926" y="91440"/>
                  </a:lnTo>
                </a:path>
                <a:path extrusionOk="0" h="1548764" w="2642234">
                  <a:moveTo>
                    <a:pt x="0" y="45720"/>
                  </a:moveTo>
                  <a:lnTo>
                    <a:pt x="2641926" y="45720"/>
                  </a:lnTo>
                </a:path>
                <a:path extrusionOk="0" h="1548764" w="2642234">
                  <a:moveTo>
                    <a:pt x="0" y="0"/>
                  </a:moveTo>
                  <a:lnTo>
                    <a:pt x="2641926" y="0"/>
                  </a:lnTo>
                </a:path>
              </a:pathLst>
            </a:cu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9195580" y="4145710"/>
              <a:ext cx="2642235" cy="1407795"/>
            </a:xfrm>
            <a:custGeom>
              <a:rect b="b" l="l" r="r" t="t"/>
              <a:pathLst>
                <a:path extrusionOk="0" h="1407795" w="2642234">
                  <a:moveTo>
                    <a:pt x="0" y="1407745"/>
                  </a:moveTo>
                  <a:lnTo>
                    <a:pt x="2641926" y="1407745"/>
                  </a:lnTo>
                </a:path>
                <a:path extrusionOk="0" h="1407795" w="2642234">
                  <a:moveTo>
                    <a:pt x="0" y="1173049"/>
                  </a:moveTo>
                  <a:lnTo>
                    <a:pt x="2641926" y="1173049"/>
                  </a:lnTo>
                </a:path>
                <a:path extrusionOk="0" h="1407795" w="2642234">
                  <a:moveTo>
                    <a:pt x="0" y="938353"/>
                  </a:moveTo>
                  <a:lnTo>
                    <a:pt x="2641926" y="938353"/>
                  </a:lnTo>
                </a:path>
                <a:path extrusionOk="0" h="1407795" w="2642234">
                  <a:moveTo>
                    <a:pt x="0" y="703657"/>
                  </a:moveTo>
                  <a:lnTo>
                    <a:pt x="2641926" y="703657"/>
                  </a:lnTo>
                </a:path>
                <a:path extrusionOk="0" h="1407795" w="2642234">
                  <a:moveTo>
                    <a:pt x="0" y="468961"/>
                  </a:moveTo>
                  <a:lnTo>
                    <a:pt x="2641926" y="468961"/>
                  </a:lnTo>
                </a:path>
                <a:path extrusionOk="0" h="1407795" w="2642234">
                  <a:moveTo>
                    <a:pt x="0" y="234265"/>
                  </a:moveTo>
                  <a:lnTo>
                    <a:pt x="2641926" y="234265"/>
                  </a:lnTo>
                </a:path>
                <a:path extrusionOk="0" h="1407795" w="2642234">
                  <a:moveTo>
                    <a:pt x="0" y="0"/>
                  </a:moveTo>
                  <a:lnTo>
                    <a:pt x="2641926" y="0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9272016" y="4145710"/>
              <a:ext cx="2490470" cy="1643380"/>
            </a:xfrm>
            <a:custGeom>
              <a:rect b="b" l="l" r="r" t="t"/>
              <a:pathLst>
                <a:path extrusionOk="0" h="1643379" w="2490470">
                  <a:moveTo>
                    <a:pt x="0" y="0"/>
                  </a:moveTo>
                  <a:lnTo>
                    <a:pt x="0" y="1642825"/>
                  </a:lnTo>
                </a:path>
                <a:path extrusionOk="0" h="1643379" w="2490470">
                  <a:moveTo>
                    <a:pt x="73152" y="0"/>
                  </a:moveTo>
                  <a:lnTo>
                    <a:pt x="73152" y="1642825"/>
                  </a:lnTo>
                </a:path>
                <a:path extrusionOk="0" h="1643379" w="2490470">
                  <a:moveTo>
                    <a:pt x="149352" y="0"/>
                  </a:moveTo>
                  <a:lnTo>
                    <a:pt x="149352" y="1642825"/>
                  </a:lnTo>
                </a:path>
                <a:path extrusionOk="0" h="1643379" w="2490470">
                  <a:moveTo>
                    <a:pt x="225552" y="0"/>
                  </a:moveTo>
                  <a:lnTo>
                    <a:pt x="225552" y="1642825"/>
                  </a:lnTo>
                </a:path>
                <a:path extrusionOk="0" h="1643379" w="2490470">
                  <a:moveTo>
                    <a:pt x="377952" y="0"/>
                  </a:moveTo>
                  <a:lnTo>
                    <a:pt x="377952" y="1642825"/>
                  </a:lnTo>
                </a:path>
                <a:path extrusionOk="0" h="1643379" w="2490470">
                  <a:moveTo>
                    <a:pt x="451104" y="0"/>
                  </a:moveTo>
                  <a:lnTo>
                    <a:pt x="451104" y="1642825"/>
                  </a:lnTo>
                </a:path>
                <a:path extrusionOk="0" h="1643379" w="2490470">
                  <a:moveTo>
                    <a:pt x="527304" y="0"/>
                  </a:moveTo>
                  <a:lnTo>
                    <a:pt x="527304" y="1642825"/>
                  </a:lnTo>
                </a:path>
                <a:path extrusionOk="0" h="1643379" w="2490470">
                  <a:moveTo>
                    <a:pt x="603504" y="0"/>
                  </a:moveTo>
                  <a:lnTo>
                    <a:pt x="603504" y="1642825"/>
                  </a:lnTo>
                </a:path>
                <a:path extrusionOk="0" h="1643379" w="2490470">
                  <a:moveTo>
                    <a:pt x="752856" y="0"/>
                  </a:moveTo>
                  <a:lnTo>
                    <a:pt x="752856" y="1642825"/>
                  </a:lnTo>
                </a:path>
                <a:path extrusionOk="0" h="1643379" w="2490470">
                  <a:moveTo>
                    <a:pt x="829056" y="0"/>
                  </a:moveTo>
                  <a:lnTo>
                    <a:pt x="829056" y="1642825"/>
                  </a:lnTo>
                </a:path>
                <a:path extrusionOk="0" h="1643379" w="2490470">
                  <a:moveTo>
                    <a:pt x="905256" y="0"/>
                  </a:moveTo>
                  <a:lnTo>
                    <a:pt x="905256" y="1642825"/>
                  </a:lnTo>
                </a:path>
                <a:path extrusionOk="0" h="1643379" w="2490470">
                  <a:moveTo>
                    <a:pt x="981456" y="0"/>
                  </a:moveTo>
                  <a:lnTo>
                    <a:pt x="981456" y="1642825"/>
                  </a:lnTo>
                </a:path>
                <a:path extrusionOk="0" h="1643379" w="2490470">
                  <a:moveTo>
                    <a:pt x="1130808" y="0"/>
                  </a:moveTo>
                  <a:lnTo>
                    <a:pt x="1130808" y="1642825"/>
                  </a:lnTo>
                </a:path>
                <a:path extrusionOk="0" h="1643379" w="2490470">
                  <a:moveTo>
                    <a:pt x="1207008" y="0"/>
                  </a:moveTo>
                  <a:lnTo>
                    <a:pt x="1207008" y="1642825"/>
                  </a:lnTo>
                </a:path>
                <a:path extrusionOk="0" h="1643379" w="2490470">
                  <a:moveTo>
                    <a:pt x="1283208" y="0"/>
                  </a:moveTo>
                  <a:lnTo>
                    <a:pt x="1283208" y="1642825"/>
                  </a:lnTo>
                </a:path>
                <a:path extrusionOk="0" h="1643379" w="2490470">
                  <a:moveTo>
                    <a:pt x="1356360" y="0"/>
                  </a:moveTo>
                  <a:lnTo>
                    <a:pt x="1356360" y="1642825"/>
                  </a:lnTo>
                </a:path>
                <a:path extrusionOk="0" h="1643379" w="2490470">
                  <a:moveTo>
                    <a:pt x="1508760" y="0"/>
                  </a:moveTo>
                  <a:lnTo>
                    <a:pt x="1508760" y="1642825"/>
                  </a:lnTo>
                </a:path>
                <a:path extrusionOk="0" h="1643379" w="2490470">
                  <a:moveTo>
                    <a:pt x="1584960" y="0"/>
                  </a:moveTo>
                  <a:lnTo>
                    <a:pt x="1584960" y="1642825"/>
                  </a:lnTo>
                </a:path>
                <a:path extrusionOk="0" h="1643379" w="2490470">
                  <a:moveTo>
                    <a:pt x="1661160" y="0"/>
                  </a:moveTo>
                  <a:lnTo>
                    <a:pt x="1661160" y="1642825"/>
                  </a:lnTo>
                </a:path>
                <a:path extrusionOk="0" h="1643379" w="2490470">
                  <a:moveTo>
                    <a:pt x="1734312" y="0"/>
                  </a:moveTo>
                  <a:lnTo>
                    <a:pt x="1734312" y="1642825"/>
                  </a:lnTo>
                </a:path>
                <a:path extrusionOk="0" h="1643379" w="2490470">
                  <a:moveTo>
                    <a:pt x="1886712" y="0"/>
                  </a:moveTo>
                  <a:lnTo>
                    <a:pt x="1886712" y="1642825"/>
                  </a:lnTo>
                </a:path>
                <a:path extrusionOk="0" h="1643379" w="2490470">
                  <a:moveTo>
                    <a:pt x="1962912" y="0"/>
                  </a:moveTo>
                  <a:lnTo>
                    <a:pt x="1962912" y="1642825"/>
                  </a:lnTo>
                </a:path>
                <a:path extrusionOk="0" h="1643379" w="2490470">
                  <a:moveTo>
                    <a:pt x="2036064" y="0"/>
                  </a:moveTo>
                  <a:lnTo>
                    <a:pt x="2036064" y="1642825"/>
                  </a:lnTo>
                </a:path>
                <a:path extrusionOk="0" h="1643379" w="2490470">
                  <a:moveTo>
                    <a:pt x="2112264" y="0"/>
                  </a:moveTo>
                  <a:lnTo>
                    <a:pt x="2112264" y="1642825"/>
                  </a:lnTo>
                </a:path>
                <a:path extrusionOk="0" h="1643379" w="2490470">
                  <a:moveTo>
                    <a:pt x="2264664" y="0"/>
                  </a:moveTo>
                  <a:lnTo>
                    <a:pt x="2264664" y="1642825"/>
                  </a:lnTo>
                </a:path>
                <a:path extrusionOk="0" h="1643379" w="2490470">
                  <a:moveTo>
                    <a:pt x="2337816" y="0"/>
                  </a:moveTo>
                  <a:lnTo>
                    <a:pt x="2337816" y="1642825"/>
                  </a:lnTo>
                </a:path>
                <a:path extrusionOk="0" h="1643379" w="2490470">
                  <a:moveTo>
                    <a:pt x="2414016" y="0"/>
                  </a:moveTo>
                  <a:lnTo>
                    <a:pt x="2414016" y="1642825"/>
                  </a:lnTo>
                </a:path>
                <a:path extrusionOk="0" h="1643379" w="2490470">
                  <a:moveTo>
                    <a:pt x="2490216" y="0"/>
                  </a:moveTo>
                  <a:lnTo>
                    <a:pt x="2490216" y="1642825"/>
                  </a:lnTo>
                </a:path>
              </a:pathLst>
            </a:cu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9573768" y="4145710"/>
              <a:ext cx="2263775" cy="1643380"/>
            </a:xfrm>
            <a:custGeom>
              <a:rect b="b" l="l" r="r" t="t"/>
              <a:pathLst>
                <a:path extrusionOk="0" h="1643379" w="2263775">
                  <a:moveTo>
                    <a:pt x="0" y="0"/>
                  </a:moveTo>
                  <a:lnTo>
                    <a:pt x="0" y="1642825"/>
                  </a:lnTo>
                </a:path>
                <a:path extrusionOk="0" h="1643379" w="2263775">
                  <a:moveTo>
                    <a:pt x="377952" y="0"/>
                  </a:moveTo>
                  <a:lnTo>
                    <a:pt x="377952" y="1642825"/>
                  </a:lnTo>
                </a:path>
                <a:path extrusionOk="0" h="1643379" w="2263775">
                  <a:moveTo>
                    <a:pt x="752856" y="0"/>
                  </a:moveTo>
                  <a:lnTo>
                    <a:pt x="752856" y="1642825"/>
                  </a:lnTo>
                </a:path>
                <a:path extrusionOk="0" h="1643379" w="2263775">
                  <a:moveTo>
                    <a:pt x="1130808" y="0"/>
                  </a:moveTo>
                  <a:lnTo>
                    <a:pt x="1130808" y="1642825"/>
                  </a:lnTo>
                </a:path>
                <a:path extrusionOk="0" h="1643379" w="2263775">
                  <a:moveTo>
                    <a:pt x="1508760" y="0"/>
                  </a:moveTo>
                  <a:lnTo>
                    <a:pt x="1508760" y="1642825"/>
                  </a:lnTo>
                </a:path>
                <a:path extrusionOk="0" h="1643379" w="2263775">
                  <a:moveTo>
                    <a:pt x="1886712" y="0"/>
                  </a:moveTo>
                  <a:lnTo>
                    <a:pt x="1886712" y="1642825"/>
                  </a:lnTo>
                </a:path>
                <a:path extrusionOk="0" h="1643379" w="2263775">
                  <a:moveTo>
                    <a:pt x="2263738" y="0"/>
                  </a:moveTo>
                  <a:lnTo>
                    <a:pt x="2263738" y="1642825"/>
                  </a:lnTo>
                </a:path>
              </a:pathLst>
            </a:custGeom>
            <a:noFill/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9195580" y="4145710"/>
              <a:ext cx="0" cy="1643380"/>
            </a:xfrm>
            <a:custGeom>
              <a:rect b="b" l="l" r="r" t="t"/>
              <a:pathLst>
                <a:path extrusionOk="0" h="1643379" w="120000">
                  <a:moveTo>
                    <a:pt x="0" y="164282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9159321" y="4145710"/>
              <a:ext cx="36830" cy="1643380"/>
            </a:xfrm>
            <a:custGeom>
              <a:rect b="b" l="l" r="r" t="t"/>
              <a:pathLst>
                <a:path extrusionOk="0" h="1643379" w="36829">
                  <a:moveTo>
                    <a:pt x="0" y="1642825"/>
                  </a:moveTo>
                  <a:lnTo>
                    <a:pt x="36258" y="1642825"/>
                  </a:lnTo>
                </a:path>
                <a:path extrusionOk="0" h="1643379" w="36829">
                  <a:moveTo>
                    <a:pt x="0" y="1407745"/>
                  </a:moveTo>
                  <a:lnTo>
                    <a:pt x="36258" y="1407745"/>
                  </a:lnTo>
                </a:path>
                <a:path extrusionOk="0" h="1643379" w="36829">
                  <a:moveTo>
                    <a:pt x="0" y="1173049"/>
                  </a:moveTo>
                  <a:lnTo>
                    <a:pt x="36258" y="1173049"/>
                  </a:lnTo>
                </a:path>
                <a:path extrusionOk="0" h="1643379" w="36829">
                  <a:moveTo>
                    <a:pt x="0" y="938353"/>
                  </a:moveTo>
                  <a:lnTo>
                    <a:pt x="36258" y="938353"/>
                  </a:lnTo>
                </a:path>
                <a:path extrusionOk="0" h="1643379" w="36829">
                  <a:moveTo>
                    <a:pt x="0" y="703657"/>
                  </a:moveTo>
                  <a:lnTo>
                    <a:pt x="36258" y="703657"/>
                  </a:lnTo>
                </a:path>
                <a:path extrusionOk="0" h="1643379" w="36829">
                  <a:moveTo>
                    <a:pt x="0" y="468961"/>
                  </a:moveTo>
                  <a:lnTo>
                    <a:pt x="36258" y="468961"/>
                  </a:lnTo>
                </a:path>
                <a:path extrusionOk="0" h="1643379" w="36829">
                  <a:moveTo>
                    <a:pt x="0" y="234265"/>
                  </a:moveTo>
                  <a:lnTo>
                    <a:pt x="36258" y="234265"/>
                  </a:lnTo>
                </a:path>
                <a:path extrusionOk="0" h="1643379" w="36829">
                  <a:moveTo>
                    <a:pt x="0" y="0"/>
                  </a:moveTo>
                  <a:lnTo>
                    <a:pt x="36258" y="0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9195580" y="5788535"/>
              <a:ext cx="2642235" cy="36830"/>
            </a:xfrm>
            <a:custGeom>
              <a:rect b="b" l="l" r="r" t="t"/>
              <a:pathLst>
                <a:path extrusionOk="0" h="36829" w="2642234">
                  <a:moveTo>
                    <a:pt x="0" y="0"/>
                  </a:moveTo>
                  <a:lnTo>
                    <a:pt x="2641926" y="1"/>
                  </a:lnTo>
                </a:path>
                <a:path extrusionOk="0" h="36829" w="2642234">
                  <a:moveTo>
                    <a:pt x="0" y="0"/>
                  </a:moveTo>
                  <a:lnTo>
                    <a:pt x="0" y="36258"/>
                  </a:lnTo>
                </a:path>
                <a:path extrusionOk="0" h="36829" w="2642234">
                  <a:moveTo>
                    <a:pt x="378188" y="0"/>
                  </a:moveTo>
                  <a:lnTo>
                    <a:pt x="378188" y="36258"/>
                  </a:lnTo>
                </a:path>
                <a:path extrusionOk="0" h="36829" w="2642234">
                  <a:moveTo>
                    <a:pt x="756140" y="0"/>
                  </a:moveTo>
                  <a:lnTo>
                    <a:pt x="756140" y="36258"/>
                  </a:lnTo>
                </a:path>
                <a:path extrusionOk="0" h="36829" w="2642234">
                  <a:moveTo>
                    <a:pt x="1131044" y="0"/>
                  </a:moveTo>
                  <a:lnTo>
                    <a:pt x="1131044" y="36258"/>
                  </a:lnTo>
                </a:path>
                <a:path extrusionOk="0" h="36829" w="2642234">
                  <a:moveTo>
                    <a:pt x="1508996" y="0"/>
                  </a:moveTo>
                  <a:lnTo>
                    <a:pt x="1508996" y="36258"/>
                  </a:lnTo>
                </a:path>
                <a:path extrusionOk="0" h="36829" w="2642234">
                  <a:moveTo>
                    <a:pt x="1886948" y="0"/>
                  </a:moveTo>
                  <a:lnTo>
                    <a:pt x="1886948" y="36258"/>
                  </a:lnTo>
                </a:path>
                <a:path extrusionOk="0" h="36829" w="2642234">
                  <a:moveTo>
                    <a:pt x="2264900" y="0"/>
                  </a:moveTo>
                  <a:lnTo>
                    <a:pt x="2264900" y="36258"/>
                  </a:lnTo>
                </a:path>
                <a:path extrusionOk="0" h="36829" w="2642234">
                  <a:moveTo>
                    <a:pt x="2641926" y="0"/>
                  </a:moveTo>
                  <a:lnTo>
                    <a:pt x="2641926" y="36258"/>
                  </a:lnTo>
                </a:path>
              </a:pathLst>
            </a:cu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86" name="Google Shape;486;p2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234062" y="4820524"/>
              <a:ext cx="222885" cy="131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p2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459614" y="4963781"/>
              <a:ext cx="299085" cy="1283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2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764414" y="4780901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2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837566" y="4348085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2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9913766" y="4936349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2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989966" y="4994261"/>
              <a:ext cx="372237" cy="1344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2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0367918" y="4543157"/>
              <a:ext cx="143637" cy="116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2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10517270" y="4802237"/>
              <a:ext cx="146685" cy="113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2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0669670" y="5052173"/>
              <a:ext cx="143637" cy="94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2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0819022" y="5262484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2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0895222" y="4927205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2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0971422" y="5061317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2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1047622" y="5192381"/>
              <a:ext cx="143637" cy="100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2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1196974" y="4918060"/>
              <a:ext cx="70485" cy="70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p2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11273174" y="5061317"/>
              <a:ext cx="219837" cy="1558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20"/>
            <p:cNvSpPr/>
            <p:nvPr/>
          </p:nvSpPr>
          <p:spPr>
            <a:xfrm>
              <a:off x="9336453" y="4594818"/>
              <a:ext cx="2134235" cy="650875"/>
            </a:xfrm>
            <a:custGeom>
              <a:rect b="b" l="l" r="r" t="t"/>
              <a:pathLst>
                <a:path extrusionOk="0" h="650875" w="2134234">
                  <a:moveTo>
                    <a:pt x="6027" y="271889"/>
                  </a:moveTo>
                  <a:lnTo>
                    <a:pt x="1277" y="275603"/>
                  </a:lnTo>
                  <a:lnTo>
                    <a:pt x="0" y="286047"/>
                  </a:lnTo>
                  <a:lnTo>
                    <a:pt x="3716" y="290798"/>
                  </a:lnTo>
                  <a:lnTo>
                    <a:pt x="14178" y="292077"/>
                  </a:lnTo>
                  <a:lnTo>
                    <a:pt x="18928" y="288362"/>
                  </a:lnTo>
                  <a:lnTo>
                    <a:pt x="20205" y="277919"/>
                  </a:lnTo>
                  <a:lnTo>
                    <a:pt x="16489" y="273168"/>
                  </a:lnTo>
                  <a:lnTo>
                    <a:pt x="6027" y="271889"/>
                  </a:lnTo>
                  <a:close/>
                </a:path>
                <a:path extrusionOk="0" h="650875" w="2134234">
                  <a:moveTo>
                    <a:pt x="43865" y="276513"/>
                  </a:moveTo>
                  <a:lnTo>
                    <a:pt x="39114" y="280228"/>
                  </a:lnTo>
                  <a:lnTo>
                    <a:pt x="37838" y="290671"/>
                  </a:lnTo>
                  <a:lnTo>
                    <a:pt x="41553" y="295422"/>
                  </a:lnTo>
                  <a:lnTo>
                    <a:pt x="52015" y="296701"/>
                  </a:lnTo>
                  <a:lnTo>
                    <a:pt x="56766" y="292986"/>
                  </a:lnTo>
                  <a:lnTo>
                    <a:pt x="58042" y="282543"/>
                  </a:lnTo>
                  <a:lnTo>
                    <a:pt x="54328" y="277792"/>
                  </a:lnTo>
                  <a:lnTo>
                    <a:pt x="43865" y="276513"/>
                  </a:lnTo>
                  <a:close/>
                </a:path>
                <a:path extrusionOk="0" h="650875" w="2134234">
                  <a:moveTo>
                    <a:pt x="83244" y="281127"/>
                  </a:moveTo>
                  <a:lnTo>
                    <a:pt x="75274" y="287994"/>
                  </a:lnTo>
                  <a:lnTo>
                    <a:pt x="74825" y="294008"/>
                  </a:lnTo>
                  <a:lnTo>
                    <a:pt x="81705" y="301994"/>
                  </a:lnTo>
                  <a:lnTo>
                    <a:pt x="87720" y="302441"/>
                  </a:lnTo>
                  <a:lnTo>
                    <a:pt x="95690" y="295574"/>
                  </a:lnTo>
                  <a:lnTo>
                    <a:pt x="96138" y="289561"/>
                  </a:lnTo>
                  <a:lnTo>
                    <a:pt x="89259" y="281575"/>
                  </a:lnTo>
                  <a:lnTo>
                    <a:pt x="83244" y="281127"/>
                  </a:lnTo>
                  <a:close/>
                </a:path>
                <a:path extrusionOk="0" h="650875" w="2134234">
                  <a:moveTo>
                    <a:pt x="108134" y="309999"/>
                  </a:moveTo>
                  <a:lnTo>
                    <a:pt x="100163" y="316866"/>
                  </a:lnTo>
                  <a:lnTo>
                    <a:pt x="99715" y="322880"/>
                  </a:lnTo>
                  <a:lnTo>
                    <a:pt x="106594" y="330865"/>
                  </a:lnTo>
                  <a:lnTo>
                    <a:pt x="112609" y="331313"/>
                  </a:lnTo>
                  <a:lnTo>
                    <a:pt x="120580" y="324446"/>
                  </a:lnTo>
                  <a:lnTo>
                    <a:pt x="121028" y="318432"/>
                  </a:lnTo>
                  <a:lnTo>
                    <a:pt x="114148" y="310446"/>
                  </a:lnTo>
                  <a:lnTo>
                    <a:pt x="108134" y="309999"/>
                  </a:lnTo>
                  <a:close/>
                </a:path>
                <a:path extrusionOk="0" h="650875" w="2134234">
                  <a:moveTo>
                    <a:pt x="133023" y="338871"/>
                  </a:moveTo>
                  <a:lnTo>
                    <a:pt x="125053" y="345738"/>
                  </a:lnTo>
                  <a:lnTo>
                    <a:pt x="124604" y="351751"/>
                  </a:lnTo>
                  <a:lnTo>
                    <a:pt x="131484" y="359737"/>
                  </a:lnTo>
                  <a:lnTo>
                    <a:pt x="137499" y="360185"/>
                  </a:lnTo>
                  <a:lnTo>
                    <a:pt x="145469" y="353319"/>
                  </a:lnTo>
                  <a:lnTo>
                    <a:pt x="145917" y="347304"/>
                  </a:lnTo>
                  <a:lnTo>
                    <a:pt x="139038" y="339318"/>
                  </a:lnTo>
                  <a:lnTo>
                    <a:pt x="133023" y="338871"/>
                  </a:lnTo>
                  <a:close/>
                </a:path>
                <a:path extrusionOk="0" h="650875" w="2134234">
                  <a:moveTo>
                    <a:pt x="157913" y="367742"/>
                  </a:moveTo>
                  <a:lnTo>
                    <a:pt x="149942" y="374609"/>
                  </a:lnTo>
                  <a:lnTo>
                    <a:pt x="149494" y="380624"/>
                  </a:lnTo>
                  <a:lnTo>
                    <a:pt x="156373" y="388609"/>
                  </a:lnTo>
                  <a:lnTo>
                    <a:pt x="162388" y="389056"/>
                  </a:lnTo>
                  <a:lnTo>
                    <a:pt x="170359" y="382189"/>
                  </a:lnTo>
                  <a:lnTo>
                    <a:pt x="170807" y="376176"/>
                  </a:lnTo>
                  <a:lnTo>
                    <a:pt x="163927" y="368190"/>
                  </a:lnTo>
                  <a:lnTo>
                    <a:pt x="157913" y="367742"/>
                  </a:lnTo>
                  <a:close/>
                </a:path>
                <a:path extrusionOk="0" h="650875" w="2134234">
                  <a:moveTo>
                    <a:pt x="193142" y="386535"/>
                  </a:moveTo>
                  <a:lnTo>
                    <a:pt x="187337" y="388172"/>
                  </a:lnTo>
                  <a:lnTo>
                    <a:pt x="182196" y="397351"/>
                  </a:lnTo>
                  <a:lnTo>
                    <a:pt x="183832" y="403156"/>
                  </a:lnTo>
                  <a:lnTo>
                    <a:pt x="193028" y="408307"/>
                  </a:lnTo>
                  <a:lnTo>
                    <a:pt x="198833" y="406670"/>
                  </a:lnTo>
                  <a:lnTo>
                    <a:pt x="203974" y="397492"/>
                  </a:lnTo>
                  <a:lnTo>
                    <a:pt x="202338" y="391687"/>
                  </a:lnTo>
                  <a:lnTo>
                    <a:pt x="193142" y="386535"/>
                  </a:lnTo>
                  <a:close/>
                </a:path>
                <a:path extrusionOk="0" h="650875" w="2134234">
                  <a:moveTo>
                    <a:pt x="226401" y="405161"/>
                  </a:moveTo>
                  <a:lnTo>
                    <a:pt x="220597" y="406797"/>
                  </a:lnTo>
                  <a:lnTo>
                    <a:pt x="215455" y="415977"/>
                  </a:lnTo>
                  <a:lnTo>
                    <a:pt x="217092" y="421780"/>
                  </a:lnTo>
                  <a:lnTo>
                    <a:pt x="226287" y="426932"/>
                  </a:lnTo>
                  <a:lnTo>
                    <a:pt x="232092" y="425296"/>
                  </a:lnTo>
                  <a:lnTo>
                    <a:pt x="237234" y="416116"/>
                  </a:lnTo>
                  <a:lnTo>
                    <a:pt x="235597" y="410312"/>
                  </a:lnTo>
                  <a:lnTo>
                    <a:pt x="226401" y="405161"/>
                  </a:lnTo>
                  <a:close/>
                </a:path>
                <a:path extrusionOk="0" h="650875" w="2134234">
                  <a:moveTo>
                    <a:pt x="258836" y="415989"/>
                  </a:moveTo>
                  <a:lnTo>
                    <a:pt x="253953" y="419529"/>
                  </a:lnTo>
                  <a:lnTo>
                    <a:pt x="252295" y="429919"/>
                  </a:lnTo>
                  <a:lnTo>
                    <a:pt x="255836" y="434802"/>
                  </a:lnTo>
                  <a:lnTo>
                    <a:pt x="266244" y="436462"/>
                  </a:lnTo>
                  <a:lnTo>
                    <a:pt x="271127" y="432922"/>
                  </a:lnTo>
                  <a:lnTo>
                    <a:pt x="272784" y="422532"/>
                  </a:lnTo>
                  <a:lnTo>
                    <a:pt x="269245" y="417649"/>
                  </a:lnTo>
                  <a:lnTo>
                    <a:pt x="258836" y="415989"/>
                  </a:lnTo>
                  <a:close/>
                </a:path>
                <a:path extrusionOk="0" h="650875" w="2134234">
                  <a:moveTo>
                    <a:pt x="296476" y="422012"/>
                  </a:moveTo>
                  <a:lnTo>
                    <a:pt x="291593" y="425551"/>
                  </a:lnTo>
                  <a:lnTo>
                    <a:pt x="289935" y="435941"/>
                  </a:lnTo>
                  <a:lnTo>
                    <a:pt x="293476" y="440824"/>
                  </a:lnTo>
                  <a:lnTo>
                    <a:pt x="303884" y="442484"/>
                  </a:lnTo>
                  <a:lnTo>
                    <a:pt x="308767" y="438945"/>
                  </a:lnTo>
                  <a:lnTo>
                    <a:pt x="310424" y="428555"/>
                  </a:lnTo>
                  <a:lnTo>
                    <a:pt x="306885" y="423672"/>
                  </a:lnTo>
                  <a:lnTo>
                    <a:pt x="296476" y="422012"/>
                  </a:lnTo>
                  <a:close/>
                </a:path>
                <a:path extrusionOk="0" h="650875" w="2134234">
                  <a:moveTo>
                    <a:pt x="334970" y="432255"/>
                  </a:moveTo>
                  <a:lnTo>
                    <a:pt x="329481" y="434752"/>
                  </a:lnTo>
                  <a:lnTo>
                    <a:pt x="325788" y="444605"/>
                  </a:lnTo>
                  <a:lnTo>
                    <a:pt x="328284" y="450094"/>
                  </a:lnTo>
                  <a:lnTo>
                    <a:pt x="338155" y="453793"/>
                  </a:lnTo>
                  <a:lnTo>
                    <a:pt x="343644" y="451297"/>
                  </a:lnTo>
                  <a:lnTo>
                    <a:pt x="347337" y="441445"/>
                  </a:lnTo>
                  <a:lnTo>
                    <a:pt x="344840" y="435955"/>
                  </a:lnTo>
                  <a:lnTo>
                    <a:pt x="334970" y="432255"/>
                  </a:lnTo>
                  <a:close/>
                </a:path>
                <a:path extrusionOk="0" h="650875" w="2134234">
                  <a:moveTo>
                    <a:pt x="370662" y="445640"/>
                  </a:moveTo>
                  <a:lnTo>
                    <a:pt x="365173" y="448137"/>
                  </a:lnTo>
                  <a:lnTo>
                    <a:pt x="361480" y="457988"/>
                  </a:lnTo>
                  <a:lnTo>
                    <a:pt x="363976" y="463478"/>
                  </a:lnTo>
                  <a:lnTo>
                    <a:pt x="373847" y="467178"/>
                  </a:lnTo>
                  <a:lnTo>
                    <a:pt x="379336" y="464681"/>
                  </a:lnTo>
                  <a:lnTo>
                    <a:pt x="383029" y="454830"/>
                  </a:lnTo>
                  <a:lnTo>
                    <a:pt x="380532" y="449339"/>
                  </a:lnTo>
                  <a:lnTo>
                    <a:pt x="370662" y="445640"/>
                  </a:lnTo>
                  <a:close/>
                </a:path>
                <a:path extrusionOk="0" h="650875" w="2134234">
                  <a:moveTo>
                    <a:pt x="399651" y="431813"/>
                  </a:moveTo>
                  <a:lnTo>
                    <a:pt x="393758" y="433101"/>
                  </a:lnTo>
                  <a:lnTo>
                    <a:pt x="388068" y="441973"/>
                  </a:lnTo>
                  <a:lnTo>
                    <a:pt x="389356" y="447866"/>
                  </a:lnTo>
                  <a:lnTo>
                    <a:pt x="398212" y="453546"/>
                  </a:lnTo>
                  <a:lnTo>
                    <a:pt x="404103" y="452258"/>
                  </a:lnTo>
                  <a:lnTo>
                    <a:pt x="409794" y="443386"/>
                  </a:lnTo>
                  <a:lnTo>
                    <a:pt x="408518" y="437546"/>
                  </a:lnTo>
                  <a:lnTo>
                    <a:pt x="399651" y="431813"/>
                  </a:lnTo>
                  <a:close/>
                </a:path>
                <a:path extrusionOk="0" h="650875" w="2134234">
                  <a:moveTo>
                    <a:pt x="420222" y="399722"/>
                  </a:moveTo>
                  <a:lnTo>
                    <a:pt x="414329" y="401010"/>
                  </a:lnTo>
                  <a:lnTo>
                    <a:pt x="408640" y="409882"/>
                  </a:lnTo>
                  <a:lnTo>
                    <a:pt x="409928" y="415775"/>
                  </a:lnTo>
                  <a:lnTo>
                    <a:pt x="418783" y="421454"/>
                  </a:lnTo>
                  <a:lnTo>
                    <a:pt x="424675" y="420166"/>
                  </a:lnTo>
                  <a:lnTo>
                    <a:pt x="430366" y="411294"/>
                  </a:lnTo>
                  <a:lnTo>
                    <a:pt x="429089" y="405455"/>
                  </a:lnTo>
                  <a:lnTo>
                    <a:pt x="420222" y="399722"/>
                  </a:lnTo>
                  <a:close/>
                </a:path>
                <a:path extrusionOk="0" h="650875" w="2134234">
                  <a:moveTo>
                    <a:pt x="440794" y="367630"/>
                  </a:moveTo>
                  <a:lnTo>
                    <a:pt x="434901" y="368918"/>
                  </a:lnTo>
                  <a:lnTo>
                    <a:pt x="429211" y="377790"/>
                  </a:lnTo>
                  <a:lnTo>
                    <a:pt x="430499" y="383683"/>
                  </a:lnTo>
                  <a:lnTo>
                    <a:pt x="439355" y="389362"/>
                  </a:lnTo>
                  <a:lnTo>
                    <a:pt x="445248" y="388075"/>
                  </a:lnTo>
                  <a:lnTo>
                    <a:pt x="450937" y="379202"/>
                  </a:lnTo>
                  <a:lnTo>
                    <a:pt x="449661" y="373363"/>
                  </a:lnTo>
                  <a:lnTo>
                    <a:pt x="440794" y="367630"/>
                  </a:lnTo>
                  <a:close/>
                </a:path>
                <a:path extrusionOk="0" h="650875" w="2134234">
                  <a:moveTo>
                    <a:pt x="461365" y="335539"/>
                  </a:moveTo>
                  <a:lnTo>
                    <a:pt x="455472" y="336826"/>
                  </a:lnTo>
                  <a:lnTo>
                    <a:pt x="449783" y="345699"/>
                  </a:lnTo>
                  <a:lnTo>
                    <a:pt x="451070" y="351591"/>
                  </a:lnTo>
                  <a:lnTo>
                    <a:pt x="459926" y="357271"/>
                  </a:lnTo>
                  <a:lnTo>
                    <a:pt x="465819" y="355983"/>
                  </a:lnTo>
                  <a:lnTo>
                    <a:pt x="471509" y="347111"/>
                  </a:lnTo>
                  <a:lnTo>
                    <a:pt x="470232" y="341271"/>
                  </a:lnTo>
                  <a:lnTo>
                    <a:pt x="461365" y="335539"/>
                  </a:lnTo>
                  <a:close/>
                </a:path>
                <a:path extrusionOk="0" h="650875" w="2134234">
                  <a:moveTo>
                    <a:pt x="467373" y="299316"/>
                  </a:moveTo>
                  <a:lnTo>
                    <a:pt x="462271" y="302530"/>
                  </a:lnTo>
                  <a:lnTo>
                    <a:pt x="459934" y="312807"/>
                  </a:lnTo>
                  <a:lnTo>
                    <a:pt x="463148" y="317911"/>
                  </a:lnTo>
                  <a:lnTo>
                    <a:pt x="473407" y="320243"/>
                  </a:lnTo>
                  <a:lnTo>
                    <a:pt x="478510" y="317030"/>
                  </a:lnTo>
                  <a:lnTo>
                    <a:pt x="480847" y="306751"/>
                  </a:lnTo>
                  <a:lnTo>
                    <a:pt x="477634" y="301647"/>
                  </a:lnTo>
                  <a:lnTo>
                    <a:pt x="467373" y="299316"/>
                  </a:lnTo>
                  <a:close/>
                </a:path>
                <a:path extrusionOk="0" h="650875" w="2134234">
                  <a:moveTo>
                    <a:pt x="475809" y="262141"/>
                  </a:moveTo>
                  <a:lnTo>
                    <a:pt x="470705" y="265356"/>
                  </a:lnTo>
                  <a:lnTo>
                    <a:pt x="468369" y="275633"/>
                  </a:lnTo>
                  <a:lnTo>
                    <a:pt x="471582" y="280737"/>
                  </a:lnTo>
                  <a:lnTo>
                    <a:pt x="481843" y="283069"/>
                  </a:lnTo>
                  <a:lnTo>
                    <a:pt x="486945" y="279855"/>
                  </a:lnTo>
                  <a:lnTo>
                    <a:pt x="489281" y="269577"/>
                  </a:lnTo>
                  <a:lnTo>
                    <a:pt x="486068" y="264473"/>
                  </a:lnTo>
                  <a:lnTo>
                    <a:pt x="475809" y="262141"/>
                  </a:lnTo>
                  <a:close/>
                </a:path>
                <a:path extrusionOk="0" h="650875" w="2134234">
                  <a:moveTo>
                    <a:pt x="484242" y="224969"/>
                  </a:moveTo>
                  <a:lnTo>
                    <a:pt x="479139" y="228183"/>
                  </a:lnTo>
                  <a:lnTo>
                    <a:pt x="476804" y="238461"/>
                  </a:lnTo>
                  <a:lnTo>
                    <a:pt x="480019" y="243564"/>
                  </a:lnTo>
                  <a:lnTo>
                    <a:pt x="490279" y="245894"/>
                  </a:lnTo>
                  <a:lnTo>
                    <a:pt x="495382" y="242680"/>
                  </a:lnTo>
                  <a:lnTo>
                    <a:pt x="497716" y="232401"/>
                  </a:lnTo>
                  <a:lnTo>
                    <a:pt x="494502" y="227298"/>
                  </a:lnTo>
                  <a:lnTo>
                    <a:pt x="484242" y="224969"/>
                  </a:lnTo>
                  <a:close/>
                </a:path>
                <a:path extrusionOk="0" h="650875" w="2134234">
                  <a:moveTo>
                    <a:pt x="492677" y="187794"/>
                  </a:moveTo>
                  <a:lnTo>
                    <a:pt x="487574" y="191009"/>
                  </a:lnTo>
                  <a:lnTo>
                    <a:pt x="485240" y="201287"/>
                  </a:lnTo>
                  <a:lnTo>
                    <a:pt x="488454" y="206390"/>
                  </a:lnTo>
                  <a:lnTo>
                    <a:pt x="498713" y="208720"/>
                  </a:lnTo>
                  <a:lnTo>
                    <a:pt x="503816" y="205506"/>
                  </a:lnTo>
                  <a:lnTo>
                    <a:pt x="506150" y="195226"/>
                  </a:lnTo>
                  <a:lnTo>
                    <a:pt x="502936" y="190124"/>
                  </a:lnTo>
                  <a:lnTo>
                    <a:pt x="492677" y="187794"/>
                  </a:lnTo>
                  <a:close/>
                </a:path>
                <a:path extrusionOk="0" h="650875" w="2134234">
                  <a:moveTo>
                    <a:pt x="501111" y="150620"/>
                  </a:moveTo>
                  <a:lnTo>
                    <a:pt x="496008" y="153835"/>
                  </a:lnTo>
                  <a:lnTo>
                    <a:pt x="493675" y="164113"/>
                  </a:lnTo>
                  <a:lnTo>
                    <a:pt x="496888" y="169216"/>
                  </a:lnTo>
                  <a:lnTo>
                    <a:pt x="507149" y="171546"/>
                  </a:lnTo>
                  <a:lnTo>
                    <a:pt x="512251" y="168332"/>
                  </a:lnTo>
                  <a:lnTo>
                    <a:pt x="514586" y="158054"/>
                  </a:lnTo>
                  <a:lnTo>
                    <a:pt x="511371" y="152949"/>
                  </a:lnTo>
                  <a:lnTo>
                    <a:pt x="501111" y="150620"/>
                  </a:lnTo>
                  <a:close/>
                </a:path>
                <a:path extrusionOk="0" h="650875" w="2134234">
                  <a:moveTo>
                    <a:pt x="509546" y="113446"/>
                  </a:moveTo>
                  <a:lnTo>
                    <a:pt x="504443" y="116660"/>
                  </a:lnTo>
                  <a:lnTo>
                    <a:pt x="502109" y="126939"/>
                  </a:lnTo>
                  <a:lnTo>
                    <a:pt x="505324" y="132041"/>
                  </a:lnTo>
                  <a:lnTo>
                    <a:pt x="515584" y="134372"/>
                  </a:lnTo>
                  <a:lnTo>
                    <a:pt x="520687" y="131157"/>
                  </a:lnTo>
                  <a:lnTo>
                    <a:pt x="523021" y="120879"/>
                  </a:lnTo>
                  <a:lnTo>
                    <a:pt x="519807" y="115775"/>
                  </a:lnTo>
                  <a:lnTo>
                    <a:pt x="509546" y="113446"/>
                  </a:lnTo>
                  <a:close/>
                </a:path>
                <a:path extrusionOk="0" h="650875" w="2134234">
                  <a:moveTo>
                    <a:pt x="517982" y="76272"/>
                  </a:moveTo>
                  <a:lnTo>
                    <a:pt x="512879" y="79486"/>
                  </a:lnTo>
                  <a:lnTo>
                    <a:pt x="510545" y="89764"/>
                  </a:lnTo>
                  <a:lnTo>
                    <a:pt x="513759" y="94867"/>
                  </a:lnTo>
                  <a:lnTo>
                    <a:pt x="524018" y="97198"/>
                  </a:lnTo>
                  <a:lnTo>
                    <a:pt x="529121" y="93983"/>
                  </a:lnTo>
                  <a:lnTo>
                    <a:pt x="531455" y="83705"/>
                  </a:lnTo>
                  <a:lnTo>
                    <a:pt x="528241" y="78602"/>
                  </a:lnTo>
                  <a:lnTo>
                    <a:pt x="517982" y="76272"/>
                  </a:lnTo>
                  <a:close/>
                </a:path>
                <a:path extrusionOk="0" h="650875" w="2134234">
                  <a:moveTo>
                    <a:pt x="526416" y="39098"/>
                  </a:moveTo>
                  <a:lnTo>
                    <a:pt x="521313" y="42312"/>
                  </a:lnTo>
                  <a:lnTo>
                    <a:pt x="518979" y="52590"/>
                  </a:lnTo>
                  <a:lnTo>
                    <a:pt x="522193" y="57693"/>
                  </a:lnTo>
                  <a:lnTo>
                    <a:pt x="532453" y="60024"/>
                  </a:lnTo>
                  <a:lnTo>
                    <a:pt x="537556" y="56809"/>
                  </a:lnTo>
                  <a:lnTo>
                    <a:pt x="539890" y="46531"/>
                  </a:lnTo>
                  <a:lnTo>
                    <a:pt x="536676" y="41428"/>
                  </a:lnTo>
                  <a:lnTo>
                    <a:pt x="526416" y="39098"/>
                  </a:lnTo>
                  <a:close/>
                </a:path>
                <a:path extrusionOk="0" h="650875" w="2134234">
                  <a:moveTo>
                    <a:pt x="534835" y="1929"/>
                  </a:moveTo>
                  <a:lnTo>
                    <a:pt x="529737" y="5151"/>
                  </a:lnTo>
                  <a:lnTo>
                    <a:pt x="527419" y="15433"/>
                  </a:lnTo>
                  <a:lnTo>
                    <a:pt x="530641" y="20530"/>
                  </a:lnTo>
                  <a:lnTo>
                    <a:pt x="540905" y="22844"/>
                  </a:lnTo>
                  <a:lnTo>
                    <a:pt x="546003" y="19622"/>
                  </a:lnTo>
                  <a:lnTo>
                    <a:pt x="548321" y="9340"/>
                  </a:lnTo>
                  <a:lnTo>
                    <a:pt x="545097" y="4243"/>
                  </a:lnTo>
                  <a:lnTo>
                    <a:pt x="534835" y="1929"/>
                  </a:lnTo>
                  <a:close/>
                </a:path>
                <a:path extrusionOk="0" h="650875" w="2134234">
                  <a:moveTo>
                    <a:pt x="565155" y="19876"/>
                  </a:moveTo>
                  <a:lnTo>
                    <a:pt x="559105" y="19876"/>
                  </a:lnTo>
                  <a:lnTo>
                    <a:pt x="555353" y="23606"/>
                  </a:lnTo>
                  <a:lnTo>
                    <a:pt x="551662" y="27351"/>
                  </a:lnTo>
                  <a:lnTo>
                    <a:pt x="551719" y="33381"/>
                  </a:lnTo>
                  <a:lnTo>
                    <a:pt x="559093" y="40800"/>
                  </a:lnTo>
                  <a:lnTo>
                    <a:pt x="565106" y="40800"/>
                  </a:lnTo>
                  <a:lnTo>
                    <a:pt x="572568" y="33381"/>
                  </a:lnTo>
                  <a:lnTo>
                    <a:pt x="572585" y="27351"/>
                  </a:lnTo>
                  <a:lnTo>
                    <a:pt x="565155" y="19876"/>
                  </a:lnTo>
                  <a:close/>
                </a:path>
                <a:path extrusionOk="0" h="650875" w="2134234">
                  <a:moveTo>
                    <a:pt x="592013" y="46926"/>
                  </a:moveTo>
                  <a:lnTo>
                    <a:pt x="585965" y="46926"/>
                  </a:lnTo>
                  <a:lnTo>
                    <a:pt x="582210" y="50657"/>
                  </a:lnTo>
                  <a:lnTo>
                    <a:pt x="578520" y="54402"/>
                  </a:lnTo>
                  <a:lnTo>
                    <a:pt x="578577" y="60432"/>
                  </a:lnTo>
                  <a:lnTo>
                    <a:pt x="585949" y="67849"/>
                  </a:lnTo>
                  <a:lnTo>
                    <a:pt x="591963" y="67849"/>
                  </a:lnTo>
                  <a:lnTo>
                    <a:pt x="599424" y="60432"/>
                  </a:lnTo>
                  <a:lnTo>
                    <a:pt x="599443" y="54402"/>
                  </a:lnTo>
                  <a:lnTo>
                    <a:pt x="592013" y="46926"/>
                  </a:lnTo>
                  <a:close/>
                </a:path>
                <a:path extrusionOk="0" h="650875" w="2134234">
                  <a:moveTo>
                    <a:pt x="618608" y="74228"/>
                  </a:moveTo>
                  <a:lnTo>
                    <a:pt x="608313" y="76403"/>
                  </a:lnTo>
                  <a:lnTo>
                    <a:pt x="605022" y="81457"/>
                  </a:lnTo>
                  <a:lnTo>
                    <a:pt x="607200" y="91770"/>
                  </a:lnTo>
                  <a:lnTo>
                    <a:pt x="612254" y="95060"/>
                  </a:lnTo>
                  <a:lnTo>
                    <a:pt x="622548" y="92886"/>
                  </a:lnTo>
                  <a:lnTo>
                    <a:pt x="625839" y="87833"/>
                  </a:lnTo>
                  <a:lnTo>
                    <a:pt x="623661" y="77520"/>
                  </a:lnTo>
                  <a:lnTo>
                    <a:pt x="618608" y="74228"/>
                  </a:lnTo>
                  <a:close/>
                </a:path>
                <a:path extrusionOk="0" h="650875" w="2134234">
                  <a:moveTo>
                    <a:pt x="626460" y="111530"/>
                  </a:moveTo>
                  <a:lnTo>
                    <a:pt x="616167" y="113705"/>
                  </a:lnTo>
                  <a:lnTo>
                    <a:pt x="612875" y="118758"/>
                  </a:lnTo>
                  <a:lnTo>
                    <a:pt x="615054" y="129071"/>
                  </a:lnTo>
                  <a:lnTo>
                    <a:pt x="620107" y="132361"/>
                  </a:lnTo>
                  <a:lnTo>
                    <a:pt x="630401" y="130187"/>
                  </a:lnTo>
                  <a:lnTo>
                    <a:pt x="633693" y="125134"/>
                  </a:lnTo>
                  <a:lnTo>
                    <a:pt x="631513" y="114821"/>
                  </a:lnTo>
                  <a:lnTo>
                    <a:pt x="626460" y="111530"/>
                  </a:lnTo>
                  <a:close/>
                </a:path>
                <a:path extrusionOk="0" h="650875" w="2134234">
                  <a:moveTo>
                    <a:pt x="634314" y="148832"/>
                  </a:moveTo>
                  <a:lnTo>
                    <a:pt x="624019" y="151006"/>
                  </a:lnTo>
                  <a:lnTo>
                    <a:pt x="620729" y="156060"/>
                  </a:lnTo>
                  <a:lnTo>
                    <a:pt x="622907" y="166372"/>
                  </a:lnTo>
                  <a:lnTo>
                    <a:pt x="627960" y="169664"/>
                  </a:lnTo>
                  <a:lnTo>
                    <a:pt x="638255" y="167488"/>
                  </a:lnTo>
                  <a:lnTo>
                    <a:pt x="641545" y="162435"/>
                  </a:lnTo>
                  <a:lnTo>
                    <a:pt x="639367" y="152123"/>
                  </a:lnTo>
                  <a:lnTo>
                    <a:pt x="634314" y="148832"/>
                  </a:lnTo>
                  <a:close/>
                </a:path>
                <a:path extrusionOk="0" h="650875" w="2134234">
                  <a:moveTo>
                    <a:pt x="642166" y="186133"/>
                  </a:moveTo>
                  <a:lnTo>
                    <a:pt x="631873" y="188307"/>
                  </a:lnTo>
                  <a:lnTo>
                    <a:pt x="628581" y="193361"/>
                  </a:lnTo>
                  <a:lnTo>
                    <a:pt x="630759" y="203673"/>
                  </a:lnTo>
                  <a:lnTo>
                    <a:pt x="635814" y="206965"/>
                  </a:lnTo>
                  <a:lnTo>
                    <a:pt x="646107" y="204791"/>
                  </a:lnTo>
                  <a:lnTo>
                    <a:pt x="649399" y="199736"/>
                  </a:lnTo>
                  <a:lnTo>
                    <a:pt x="647219" y="189424"/>
                  </a:lnTo>
                  <a:lnTo>
                    <a:pt x="642166" y="186133"/>
                  </a:lnTo>
                  <a:close/>
                </a:path>
                <a:path extrusionOk="0" h="650875" w="2134234">
                  <a:moveTo>
                    <a:pt x="650019" y="223434"/>
                  </a:moveTo>
                  <a:lnTo>
                    <a:pt x="639725" y="225609"/>
                  </a:lnTo>
                  <a:lnTo>
                    <a:pt x="636435" y="230662"/>
                  </a:lnTo>
                  <a:lnTo>
                    <a:pt x="638613" y="240976"/>
                  </a:lnTo>
                  <a:lnTo>
                    <a:pt x="643666" y="244266"/>
                  </a:lnTo>
                  <a:lnTo>
                    <a:pt x="653961" y="242092"/>
                  </a:lnTo>
                  <a:lnTo>
                    <a:pt x="657251" y="237037"/>
                  </a:lnTo>
                  <a:lnTo>
                    <a:pt x="655073" y="226725"/>
                  </a:lnTo>
                  <a:lnTo>
                    <a:pt x="650019" y="223434"/>
                  </a:lnTo>
                  <a:close/>
                </a:path>
                <a:path extrusionOk="0" h="650875" w="2134234">
                  <a:moveTo>
                    <a:pt x="657873" y="260737"/>
                  </a:moveTo>
                  <a:lnTo>
                    <a:pt x="647579" y="262909"/>
                  </a:lnTo>
                  <a:lnTo>
                    <a:pt x="644287" y="267962"/>
                  </a:lnTo>
                  <a:lnTo>
                    <a:pt x="646464" y="278276"/>
                  </a:lnTo>
                  <a:lnTo>
                    <a:pt x="651517" y="281567"/>
                  </a:lnTo>
                  <a:lnTo>
                    <a:pt x="661812" y="279394"/>
                  </a:lnTo>
                  <a:lnTo>
                    <a:pt x="665104" y="274341"/>
                  </a:lnTo>
                  <a:lnTo>
                    <a:pt x="662927" y="264029"/>
                  </a:lnTo>
                  <a:lnTo>
                    <a:pt x="657873" y="260737"/>
                  </a:lnTo>
                  <a:close/>
                </a:path>
                <a:path extrusionOk="0" h="650875" w="2134234">
                  <a:moveTo>
                    <a:pt x="665727" y="298038"/>
                  </a:moveTo>
                  <a:lnTo>
                    <a:pt x="655433" y="300211"/>
                  </a:lnTo>
                  <a:lnTo>
                    <a:pt x="652141" y="305263"/>
                  </a:lnTo>
                  <a:lnTo>
                    <a:pt x="654317" y="315577"/>
                  </a:lnTo>
                  <a:lnTo>
                    <a:pt x="659371" y="318869"/>
                  </a:lnTo>
                  <a:lnTo>
                    <a:pt x="669664" y="316696"/>
                  </a:lnTo>
                  <a:lnTo>
                    <a:pt x="672956" y="311642"/>
                  </a:lnTo>
                  <a:lnTo>
                    <a:pt x="670779" y="301330"/>
                  </a:lnTo>
                  <a:lnTo>
                    <a:pt x="665727" y="298038"/>
                  </a:lnTo>
                  <a:close/>
                </a:path>
                <a:path extrusionOk="0" h="650875" w="2134234">
                  <a:moveTo>
                    <a:pt x="673580" y="335339"/>
                  </a:moveTo>
                  <a:lnTo>
                    <a:pt x="663285" y="337512"/>
                  </a:lnTo>
                  <a:lnTo>
                    <a:pt x="659993" y="342565"/>
                  </a:lnTo>
                  <a:lnTo>
                    <a:pt x="662170" y="352878"/>
                  </a:lnTo>
                  <a:lnTo>
                    <a:pt x="667223" y="356170"/>
                  </a:lnTo>
                  <a:lnTo>
                    <a:pt x="677518" y="353997"/>
                  </a:lnTo>
                  <a:lnTo>
                    <a:pt x="680810" y="348943"/>
                  </a:lnTo>
                  <a:lnTo>
                    <a:pt x="678633" y="338631"/>
                  </a:lnTo>
                  <a:lnTo>
                    <a:pt x="673580" y="335339"/>
                  </a:lnTo>
                  <a:close/>
                </a:path>
                <a:path extrusionOk="0" h="650875" w="2134234">
                  <a:moveTo>
                    <a:pt x="681432" y="372640"/>
                  </a:moveTo>
                  <a:lnTo>
                    <a:pt x="671139" y="374813"/>
                  </a:lnTo>
                  <a:lnTo>
                    <a:pt x="667847" y="379867"/>
                  </a:lnTo>
                  <a:lnTo>
                    <a:pt x="670022" y="390179"/>
                  </a:lnTo>
                  <a:lnTo>
                    <a:pt x="675076" y="393471"/>
                  </a:lnTo>
                  <a:lnTo>
                    <a:pt x="685370" y="391299"/>
                  </a:lnTo>
                  <a:lnTo>
                    <a:pt x="688662" y="386246"/>
                  </a:lnTo>
                  <a:lnTo>
                    <a:pt x="686485" y="375932"/>
                  </a:lnTo>
                  <a:lnTo>
                    <a:pt x="681432" y="372640"/>
                  </a:lnTo>
                  <a:close/>
                </a:path>
                <a:path extrusionOk="0" h="650875" w="2134234">
                  <a:moveTo>
                    <a:pt x="689286" y="409942"/>
                  </a:moveTo>
                  <a:lnTo>
                    <a:pt x="678991" y="412115"/>
                  </a:lnTo>
                  <a:lnTo>
                    <a:pt x="675699" y="417168"/>
                  </a:lnTo>
                  <a:lnTo>
                    <a:pt x="677876" y="427480"/>
                  </a:lnTo>
                  <a:lnTo>
                    <a:pt x="682929" y="430772"/>
                  </a:lnTo>
                  <a:lnTo>
                    <a:pt x="693223" y="428600"/>
                  </a:lnTo>
                  <a:lnTo>
                    <a:pt x="696516" y="423547"/>
                  </a:lnTo>
                  <a:lnTo>
                    <a:pt x="694339" y="413233"/>
                  </a:lnTo>
                  <a:lnTo>
                    <a:pt x="689286" y="409942"/>
                  </a:lnTo>
                  <a:close/>
                </a:path>
                <a:path extrusionOk="0" h="650875" w="2134234">
                  <a:moveTo>
                    <a:pt x="711987" y="429700"/>
                  </a:moveTo>
                  <a:lnTo>
                    <a:pt x="706532" y="432273"/>
                  </a:lnTo>
                  <a:lnTo>
                    <a:pt x="702979" y="442177"/>
                  </a:lnTo>
                  <a:lnTo>
                    <a:pt x="705552" y="447630"/>
                  </a:lnTo>
                  <a:lnTo>
                    <a:pt x="715473" y="451191"/>
                  </a:lnTo>
                  <a:lnTo>
                    <a:pt x="720928" y="448618"/>
                  </a:lnTo>
                  <a:lnTo>
                    <a:pt x="724481" y="438715"/>
                  </a:lnTo>
                  <a:lnTo>
                    <a:pt x="721908" y="433261"/>
                  </a:lnTo>
                  <a:lnTo>
                    <a:pt x="711987" y="429700"/>
                  </a:lnTo>
                  <a:close/>
                </a:path>
                <a:path extrusionOk="0" h="650875" w="2134234">
                  <a:moveTo>
                    <a:pt x="747853" y="442612"/>
                  </a:moveTo>
                  <a:lnTo>
                    <a:pt x="742398" y="445185"/>
                  </a:lnTo>
                  <a:lnTo>
                    <a:pt x="738845" y="455087"/>
                  </a:lnTo>
                  <a:lnTo>
                    <a:pt x="741418" y="460542"/>
                  </a:lnTo>
                  <a:lnTo>
                    <a:pt x="751339" y="464103"/>
                  </a:lnTo>
                  <a:lnTo>
                    <a:pt x="756792" y="461529"/>
                  </a:lnTo>
                  <a:lnTo>
                    <a:pt x="760347" y="451627"/>
                  </a:lnTo>
                  <a:lnTo>
                    <a:pt x="757773" y="446172"/>
                  </a:lnTo>
                  <a:lnTo>
                    <a:pt x="747853" y="442612"/>
                  </a:lnTo>
                  <a:close/>
                </a:path>
                <a:path extrusionOk="0" h="650875" w="2134234">
                  <a:moveTo>
                    <a:pt x="792041" y="449240"/>
                  </a:moveTo>
                  <a:lnTo>
                    <a:pt x="781500" y="449240"/>
                  </a:lnTo>
                  <a:lnTo>
                    <a:pt x="777237" y="453505"/>
                  </a:lnTo>
                  <a:lnTo>
                    <a:pt x="777237" y="464026"/>
                  </a:lnTo>
                  <a:lnTo>
                    <a:pt x="781500" y="468290"/>
                  </a:lnTo>
                  <a:lnTo>
                    <a:pt x="792041" y="468290"/>
                  </a:lnTo>
                  <a:lnTo>
                    <a:pt x="796306" y="464026"/>
                  </a:lnTo>
                  <a:lnTo>
                    <a:pt x="796306" y="453505"/>
                  </a:lnTo>
                  <a:lnTo>
                    <a:pt x="792041" y="449240"/>
                  </a:lnTo>
                  <a:close/>
                </a:path>
                <a:path extrusionOk="0" h="650875" w="2134234">
                  <a:moveTo>
                    <a:pt x="830160" y="449240"/>
                  </a:moveTo>
                  <a:lnTo>
                    <a:pt x="819619" y="449240"/>
                  </a:lnTo>
                  <a:lnTo>
                    <a:pt x="815356" y="453505"/>
                  </a:lnTo>
                  <a:lnTo>
                    <a:pt x="815356" y="464026"/>
                  </a:lnTo>
                  <a:lnTo>
                    <a:pt x="819619" y="468290"/>
                  </a:lnTo>
                  <a:lnTo>
                    <a:pt x="830160" y="468290"/>
                  </a:lnTo>
                  <a:lnTo>
                    <a:pt x="834425" y="464026"/>
                  </a:lnTo>
                  <a:lnTo>
                    <a:pt x="834425" y="453505"/>
                  </a:lnTo>
                  <a:lnTo>
                    <a:pt x="830160" y="449240"/>
                  </a:lnTo>
                  <a:close/>
                </a:path>
                <a:path extrusionOk="0" h="650875" w="2134234">
                  <a:moveTo>
                    <a:pt x="860060" y="456206"/>
                  </a:moveTo>
                  <a:lnTo>
                    <a:pt x="854518" y="458586"/>
                  </a:lnTo>
                  <a:lnTo>
                    <a:pt x="850616" y="468356"/>
                  </a:lnTo>
                  <a:lnTo>
                    <a:pt x="852995" y="473899"/>
                  </a:lnTo>
                  <a:lnTo>
                    <a:pt x="862784" y="477807"/>
                  </a:lnTo>
                  <a:lnTo>
                    <a:pt x="868326" y="475428"/>
                  </a:lnTo>
                  <a:lnTo>
                    <a:pt x="872228" y="465658"/>
                  </a:lnTo>
                  <a:lnTo>
                    <a:pt x="869848" y="460115"/>
                  </a:lnTo>
                  <a:lnTo>
                    <a:pt x="860060" y="456206"/>
                  </a:lnTo>
                  <a:close/>
                </a:path>
                <a:path extrusionOk="0" h="650875" w="2134234">
                  <a:moveTo>
                    <a:pt x="895452" y="470364"/>
                  </a:moveTo>
                  <a:lnTo>
                    <a:pt x="889910" y="472743"/>
                  </a:lnTo>
                  <a:lnTo>
                    <a:pt x="886009" y="482514"/>
                  </a:lnTo>
                  <a:lnTo>
                    <a:pt x="888389" y="488055"/>
                  </a:lnTo>
                  <a:lnTo>
                    <a:pt x="898177" y="491964"/>
                  </a:lnTo>
                  <a:lnTo>
                    <a:pt x="903719" y="489585"/>
                  </a:lnTo>
                  <a:lnTo>
                    <a:pt x="907620" y="479814"/>
                  </a:lnTo>
                  <a:lnTo>
                    <a:pt x="905242" y="474272"/>
                  </a:lnTo>
                  <a:lnTo>
                    <a:pt x="895452" y="470364"/>
                  </a:lnTo>
                  <a:close/>
                </a:path>
                <a:path extrusionOk="0" h="650875" w="2134234">
                  <a:moveTo>
                    <a:pt x="928865" y="480672"/>
                  </a:moveTo>
                  <a:lnTo>
                    <a:pt x="924260" y="484565"/>
                  </a:lnTo>
                  <a:lnTo>
                    <a:pt x="923380" y="495049"/>
                  </a:lnTo>
                  <a:lnTo>
                    <a:pt x="927273" y="499656"/>
                  </a:lnTo>
                  <a:lnTo>
                    <a:pt x="937776" y="500536"/>
                  </a:lnTo>
                  <a:lnTo>
                    <a:pt x="942383" y="496643"/>
                  </a:lnTo>
                  <a:lnTo>
                    <a:pt x="943262" y="486159"/>
                  </a:lnTo>
                  <a:lnTo>
                    <a:pt x="939369" y="481553"/>
                  </a:lnTo>
                  <a:lnTo>
                    <a:pt x="928865" y="480672"/>
                  </a:lnTo>
                  <a:close/>
                </a:path>
                <a:path extrusionOk="0" h="650875" w="2134234">
                  <a:moveTo>
                    <a:pt x="966853" y="483838"/>
                  </a:moveTo>
                  <a:lnTo>
                    <a:pt x="962247" y="487730"/>
                  </a:lnTo>
                  <a:lnTo>
                    <a:pt x="961367" y="498214"/>
                  </a:lnTo>
                  <a:lnTo>
                    <a:pt x="965260" y="502820"/>
                  </a:lnTo>
                  <a:lnTo>
                    <a:pt x="975763" y="503702"/>
                  </a:lnTo>
                  <a:lnTo>
                    <a:pt x="980370" y="499808"/>
                  </a:lnTo>
                  <a:lnTo>
                    <a:pt x="981248" y="489324"/>
                  </a:lnTo>
                  <a:lnTo>
                    <a:pt x="977356" y="484718"/>
                  </a:lnTo>
                  <a:lnTo>
                    <a:pt x="966853" y="483838"/>
                  </a:lnTo>
                  <a:close/>
                </a:path>
                <a:path extrusionOk="0" h="650875" w="2134234">
                  <a:moveTo>
                    <a:pt x="993325" y="466307"/>
                  </a:moveTo>
                  <a:lnTo>
                    <a:pt x="988021" y="469177"/>
                  </a:lnTo>
                  <a:lnTo>
                    <a:pt x="985011" y="479277"/>
                  </a:lnTo>
                  <a:lnTo>
                    <a:pt x="987880" y="484582"/>
                  </a:lnTo>
                  <a:lnTo>
                    <a:pt x="997963" y="487587"/>
                  </a:lnTo>
                  <a:lnTo>
                    <a:pt x="1003268" y="484718"/>
                  </a:lnTo>
                  <a:lnTo>
                    <a:pt x="1006278" y="474616"/>
                  </a:lnTo>
                  <a:lnTo>
                    <a:pt x="1003409" y="469311"/>
                  </a:lnTo>
                  <a:lnTo>
                    <a:pt x="993325" y="466307"/>
                  </a:lnTo>
                  <a:close/>
                </a:path>
                <a:path extrusionOk="0" h="650875" w="2134234">
                  <a:moveTo>
                    <a:pt x="1004199" y="429771"/>
                  </a:moveTo>
                  <a:lnTo>
                    <a:pt x="998894" y="432642"/>
                  </a:lnTo>
                  <a:lnTo>
                    <a:pt x="995885" y="442742"/>
                  </a:lnTo>
                  <a:lnTo>
                    <a:pt x="998754" y="448047"/>
                  </a:lnTo>
                  <a:lnTo>
                    <a:pt x="1008837" y="451051"/>
                  </a:lnTo>
                  <a:lnTo>
                    <a:pt x="1014141" y="448183"/>
                  </a:lnTo>
                  <a:lnTo>
                    <a:pt x="1017151" y="438081"/>
                  </a:lnTo>
                  <a:lnTo>
                    <a:pt x="1014282" y="432776"/>
                  </a:lnTo>
                  <a:lnTo>
                    <a:pt x="1004199" y="429771"/>
                  </a:lnTo>
                  <a:close/>
                </a:path>
                <a:path extrusionOk="0" h="650875" w="2134234">
                  <a:moveTo>
                    <a:pt x="1015072" y="393237"/>
                  </a:moveTo>
                  <a:lnTo>
                    <a:pt x="1009768" y="396106"/>
                  </a:lnTo>
                  <a:lnTo>
                    <a:pt x="1006759" y="406208"/>
                  </a:lnTo>
                  <a:lnTo>
                    <a:pt x="1009628" y="411511"/>
                  </a:lnTo>
                  <a:lnTo>
                    <a:pt x="1019710" y="414516"/>
                  </a:lnTo>
                  <a:lnTo>
                    <a:pt x="1025015" y="411647"/>
                  </a:lnTo>
                  <a:lnTo>
                    <a:pt x="1028025" y="401546"/>
                  </a:lnTo>
                  <a:lnTo>
                    <a:pt x="1025156" y="396241"/>
                  </a:lnTo>
                  <a:lnTo>
                    <a:pt x="1015072" y="393237"/>
                  </a:lnTo>
                  <a:close/>
                </a:path>
                <a:path extrusionOk="0" h="650875" w="2134234">
                  <a:moveTo>
                    <a:pt x="1025946" y="356702"/>
                  </a:moveTo>
                  <a:lnTo>
                    <a:pt x="1020641" y="359571"/>
                  </a:lnTo>
                  <a:lnTo>
                    <a:pt x="1017631" y="369672"/>
                  </a:lnTo>
                  <a:lnTo>
                    <a:pt x="1020502" y="374976"/>
                  </a:lnTo>
                  <a:lnTo>
                    <a:pt x="1030584" y="377981"/>
                  </a:lnTo>
                  <a:lnTo>
                    <a:pt x="1035889" y="375112"/>
                  </a:lnTo>
                  <a:lnTo>
                    <a:pt x="1038899" y="365010"/>
                  </a:lnTo>
                  <a:lnTo>
                    <a:pt x="1036029" y="359705"/>
                  </a:lnTo>
                  <a:lnTo>
                    <a:pt x="1025946" y="356702"/>
                  </a:lnTo>
                  <a:close/>
                </a:path>
                <a:path extrusionOk="0" h="650875" w="2134234">
                  <a:moveTo>
                    <a:pt x="1036820" y="320167"/>
                  </a:moveTo>
                  <a:lnTo>
                    <a:pt x="1031515" y="323035"/>
                  </a:lnTo>
                  <a:lnTo>
                    <a:pt x="1028505" y="333137"/>
                  </a:lnTo>
                  <a:lnTo>
                    <a:pt x="1031375" y="338442"/>
                  </a:lnTo>
                  <a:lnTo>
                    <a:pt x="1041458" y="341445"/>
                  </a:lnTo>
                  <a:lnTo>
                    <a:pt x="1046763" y="338576"/>
                  </a:lnTo>
                  <a:lnTo>
                    <a:pt x="1049773" y="328475"/>
                  </a:lnTo>
                  <a:lnTo>
                    <a:pt x="1046902" y="323170"/>
                  </a:lnTo>
                  <a:lnTo>
                    <a:pt x="1036820" y="320167"/>
                  </a:lnTo>
                  <a:close/>
                </a:path>
                <a:path extrusionOk="0" h="650875" w="2134234">
                  <a:moveTo>
                    <a:pt x="1047694" y="283631"/>
                  </a:moveTo>
                  <a:lnTo>
                    <a:pt x="1042389" y="286500"/>
                  </a:lnTo>
                  <a:lnTo>
                    <a:pt x="1039379" y="296602"/>
                  </a:lnTo>
                  <a:lnTo>
                    <a:pt x="1042248" y="301906"/>
                  </a:lnTo>
                  <a:lnTo>
                    <a:pt x="1052332" y="304910"/>
                  </a:lnTo>
                  <a:lnTo>
                    <a:pt x="1057636" y="302041"/>
                  </a:lnTo>
                  <a:lnTo>
                    <a:pt x="1060645" y="291939"/>
                  </a:lnTo>
                  <a:lnTo>
                    <a:pt x="1057776" y="286635"/>
                  </a:lnTo>
                  <a:lnTo>
                    <a:pt x="1047694" y="283631"/>
                  </a:lnTo>
                  <a:close/>
                </a:path>
                <a:path extrusionOk="0" h="650875" w="2134234">
                  <a:moveTo>
                    <a:pt x="1058531" y="247103"/>
                  </a:moveTo>
                  <a:lnTo>
                    <a:pt x="1053082" y="250074"/>
                  </a:lnTo>
                  <a:lnTo>
                    <a:pt x="1053211" y="250074"/>
                  </a:lnTo>
                  <a:lnTo>
                    <a:pt x="1050260" y="260102"/>
                  </a:lnTo>
                  <a:lnTo>
                    <a:pt x="1053194" y="265480"/>
                  </a:lnTo>
                  <a:lnTo>
                    <a:pt x="1053433" y="265480"/>
                  </a:lnTo>
                  <a:lnTo>
                    <a:pt x="1063241" y="268367"/>
                  </a:lnTo>
                  <a:lnTo>
                    <a:pt x="1068536" y="265480"/>
                  </a:lnTo>
                  <a:lnTo>
                    <a:pt x="1071511" y="255369"/>
                  </a:lnTo>
                  <a:lnTo>
                    <a:pt x="1068624" y="250074"/>
                  </a:lnTo>
                  <a:lnTo>
                    <a:pt x="1058531" y="247103"/>
                  </a:lnTo>
                  <a:close/>
                </a:path>
                <a:path extrusionOk="0" h="650875" w="2134234">
                  <a:moveTo>
                    <a:pt x="1070282" y="210656"/>
                  </a:moveTo>
                  <a:lnTo>
                    <a:pt x="1064892" y="213361"/>
                  </a:lnTo>
                  <a:lnTo>
                    <a:pt x="1061575" y="223365"/>
                  </a:lnTo>
                  <a:lnTo>
                    <a:pt x="1064280" y="228756"/>
                  </a:lnTo>
                  <a:lnTo>
                    <a:pt x="1074266" y="232067"/>
                  </a:lnTo>
                  <a:lnTo>
                    <a:pt x="1079656" y="229362"/>
                  </a:lnTo>
                  <a:lnTo>
                    <a:pt x="1082974" y="219356"/>
                  </a:lnTo>
                  <a:lnTo>
                    <a:pt x="1080268" y="213967"/>
                  </a:lnTo>
                  <a:lnTo>
                    <a:pt x="1070282" y="210656"/>
                  </a:lnTo>
                  <a:close/>
                </a:path>
                <a:path extrusionOk="0" h="650875" w="2134234">
                  <a:moveTo>
                    <a:pt x="1082193" y="174445"/>
                  </a:moveTo>
                  <a:lnTo>
                    <a:pt x="1076803" y="177151"/>
                  </a:lnTo>
                  <a:lnTo>
                    <a:pt x="1073486" y="187154"/>
                  </a:lnTo>
                  <a:lnTo>
                    <a:pt x="1076191" y="192545"/>
                  </a:lnTo>
                  <a:lnTo>
                    <a:pt x="1086177" y="195856"/>
                  </a:lnTo>
                  <a:lnTo>
                    <a:pt x="1091567" y="193151"/>
                  </a:lnTo>
                  <a:lnTo>
                    <a:pt x="1094884" y="183146"/>
                  </a:lnTo>
                  <a:lnTo>
                    <a:pt x="1092179" y="177756"/>
                  </a:lnTo>
                  <a:lnTo>
                    <a:pt x="1082193" y="174445"/>
                  </a:lnTo>
                  <a:close/>
                </a:path>
                <a:path extrusionOk="0" h="650875" w="2134234">
                  <a:moveTo>
                    <a:pt x="1094104" y="138235"/>
                  </a:moveTo>
                  <a:lnTo>
                    <a:pt x="1088715" y="140940"/>
                  </a:lnTo>
                  <a:lnTo>
                    <a:pt x="1085397" y="150944"/>
                  </a:lnTo>
                  <a:lnTo>
                    <a:pt x="1088102" y="156335"/>
                  </a:lnTo>
                  <a:lnTo>
                    <a:pt x="1098088" y="159646"/>
                  </a:lnTo>
                  <a:lnTo>
                    <a:pt x="1103478" y="156941"/>
                  </a:lnTo>
                  <a:lnTo>
                    <a:pt x="1106796" y="146936"/>
                  </a:lnTo>
                  <a:lnTo>
                    <a:pt x="1104091" y="141546"/>
                  </a:lnTo>
                  <a:lnTo>
                    <a:pt x="1094104" y="138235"/>
                  </a:lnTo>
                  <a:close/>
                </a:path>
                <a:path extrusionOk="0" h="650875" w="2134234">
                  <a:moveTo>
                    <a:pt x="1106016" y="102025"/>
                  </a:moveTo>
                  <a:lnTo>
                    <a:pt x="1100626" y="104730"/>
                  </a:lnTo>
                  <a:lnTo>
                    <a:pt x="1097309" y="114734"/>
                  </a:lnTo>
                  <a:lnTo>
                    <a:pt x="1100014" y="120125"/>
                  </a:lnTo>
                  <a:lnTo>
                    <a:pt x="1110000" y="123436"/>
                  </a:lnTo>
                  <a:lnTo>
                    <a:pt x="1115390" y="120731"/>
                  </a:lnTo>
                  <a:lnTo>
                    <a:pt x="1118707" y="110726"/>
                  </a:lnTo>
                  <a:lnTo>
                    <a:pt x="1116002" y="105336"/>
                  </a:lnTo>
                  <a:lnTo>
                    <a:pt x="1106016" y="102025"/>
                  </a:lnTo>
                  <a:close/>
                </a:path>
                <a:path extrusionOk="0" h="650875" w="2134234">
                  <a:moveTo>
                    <a:pt x="1117927" y="65815"/>
                  </a:moveTo>
                  <a:lnTo>
                    <a:pt x="1112537" y="68520"/>
                  </a:lnTo>
                  <a:lnTo>
                    <a:pt x="1109220" y="78524"/>
                  </a:lnTo>
                  <a:lnTo>
                    <a:pt x="1111925" y="83913"/>
                  </a:lnTo>
                  <a:lnTo>
                    <a:pt x="1121911" y="87226"/>
                  </a:lnTo>
                  <a:lnTo>
                    <a:pt x="1127301" y="84521"/>
                  </a:lnTo>
                  <a:lnTo>
                    <a:pt x="1130618" y="74515"/>
                  </a:lnTo>
                  <a:lnTo>
                    <a:pt x="1127913" y="69126"/>
                  </a:lnTo>
                  <a:lnTo>
                    <a:pt x="1117927" y="65815"/>
                  </a:lnTo>
                  <a:close/>
                </a:path>
                <a:path extrusionOk="0" h="650875" w="2134234">
                  <a:moveTo>
                    <a:pt x="1129837" y="29604"/>
                  </a:moveTo>
                  <a:lnTo>
                    <a:pt x="1124447" y="32310"/>
                  </a:lnTo>
                  <a:lnTo>
                    <a:pt x="1121131" y="42315"/>
                  </a:lnTo>
                  <a:lnTo>
                    <a:pt x="1123836" y="47705"/>
                  </a:lnTo>
                  <a:lnTo>
                    <a:pt x="1133824" y="51015"/>
                  </a:lnTo>
                  <a:lnTo>
                    <a:pt x="1139214" y="48309"/>
                  </a:lnTo>
                  <a:lnTo>
                    <a:pt x="1142530" y="38305"/>
                  </a:lnTo>
                  <a:lnTo>
                    <a:pt x="1139825" y="32915"/>
                  </a:lnTo>
                  <a:lnTo>
                    <a:pt x="1129837" y="29604"/>
                  </a:lnTo>
                  <a:close/>
                </a:path>
                <a:path extrusionOk="0" h="650875" w="2134234">
                  <a:moveTo>
                    <a:pt x="1144129" y="0"/>
                  </a:moveTo>
                  <a:lnTo>
                    <a:pt x="1135089" y="5384"/>
                  </a:lnTo>
                  <a:lnTo>
                    <a:pt x="1133608" y="11230"/>
                  </a:lnTo>
                  <a:lnTo>
                    <a:pt x="1139002" y="20285"/>
                  </a:lnTo>
                  <a:lnTo>
                    <a:pt x="1144847" y="21767"/>
                  </a:lnTo>
                  <a:lnTo>
                    <a:pt x="1153886" y="16384"/>
                  </a:lnTo>
                  <a:lnTo>
                    <a:pt x="1155368" y="10537"/>
                  </a:lnTo>
                  <a:lnTo>
                    <a:pt x="1149974" y="1482"/>
                  </a:lnTo>
                  <a:lnTo>
                    <a:pt x="1144129" y="0"/>
                  </a:lnTo>
                  <a:close/>
                </a:path>
                <a:path extrusionOk="0" h="650875" w="2134234">
                  <a:moveTo>
                    <a:pt x="1163626" y="32755"/>
                  </a:moveTo>
                  <a:lnTo>
                    <a:pt x="1154587" y="38139"/>
                  </a:lnTo>
                  <a:lnTo>
                    <a:pt x="1153105" y="43985"/>
                  </a:lnTo>
                  <a:lnTo>
                    <a:pt x="1158499" y="53041"/>
                  </a:lnTo>
                  <a:lnTo>
                    <a:pt x="1164344" y="54522"/>
                  </a:lnTo>
                  <a:lnTo>
                    <a:pt x="1173383" y="49138"/>
                  </a:lnTo>
                  <a:lnTo>
                    <a:pt x="1174865" y="43293"/>
                  </a:lnTo>
                  <a:lnTo>
                    <a:pt x="1169473" y="34237"/>
                  </a:lnTo>
                  <a:lnTo>
                    <a:pt x="1163626" y="32755"/>
                  </a:lnTo>
                  <a:close/>
                </a:path>
                <a:path extrusionOk="0" h="650875" w="2134234">
                  <a:moveTo>
                    <a:pt x="1183123" y="65511"/>
                  </a:moveTo>
                  <a:lnTo>
                    <a:pt x="1174084" y="70895"/>
                  </a:lnTo>
                  <a:lnTo>
                    <a:pt x="1172602" y="76742"/>
                  </a:lnTo>
                  <a:lnTo>
                    <a:pt x="1177997" y="85797"/>
                  </a:lnTo>
                  <a:lnTo>
                    <a:pt x="1183843" y="87278"/>
                  </a:lnTo>
                  <a:lnTo>
                    <a:pt x="1192881" y="81893"/>
                  </a:lnTo>
                  <a:lnTo>
                    <a:pt x="1194362" y="76047"/>
                  </a:lnTo>
                  <a:lnTo>
                    <a:pt x="1188968" y="66992"/>
                  </a:lnTo>
                  <a:lnTo>
                    <a:pt x="1183123" y="65511"/>
                  </a:lnTo>
                  <a:close/>
                </a:path>
                <a:path extrusionOk="0" h="650875" w="2134234">
                  <a:moveTo>
                    <a:pt x="1202620" y="98266"/>
                  </a:moveTo>
                  <a:lnTo>
                    <a:pt x="1193581" y="103651"/>
                  </a:lnTo>
                  <a:lnTo>
                    <a:pt x="1192099" y="109496"/>
                  </a:lnTo>
                  <a:lnTo>
                    <a:pt x="1197494" y="118551"/>
                  </a:lnTo>
                  <a:lnTo>
                    <a:pt x="1203340" y="120034"/>
                  </a:lnTo>
                  <a:lnTo>
                    <a:pt x="1212378" y="114649"/>
                  </a:lnTo>
                  <a:lnTo>
                    <a:pt x="1213859" y="108803"/>
                  </a:lnTo>
                  <a:lnTo>
                    <a:pt x="1208465" y="99748"/>
                  </a:lnTo>
                  <a:lnTo>
                    <a:pt x="1202620" y="98266"/>
                  </a:lnTo>
                  <a:close/>
                </a:path>
                <a:path extrusionOk="0" h="650875" w="2134234">
                  <a:moveTo>
                    <a:pt x="1222180" y="131083"/>
                  </a:moveTo>
                  <a:lnTo>
                    <a:pt x="1213057" y="136320"/>
                  </a:lnTo>
                  <a:lnTo>
                    <a:pt x="1211575" y="141798"/>
                  </a:lnTo>
                  <a:lnTo>
                    <a:pt x="1211482" y="142142"/>
                  </a:lnTo>
                  <a:lnTo>
                    <a:pt x="1216729" y="151283"/>
                  </a:lnTo>
                  <a:lnTo>
                    <a:pt x="1222551" y="152858"/>
                  </a:lnTo>
                  <a:lnTo>
                    <a:pt x="1231675" y="147619"/>
                  </a:lnTo>
                  <a:lnTo>
                    <a:pt x="1233156" y="142142"/>
                  </a:lnTo>
                  <a:lnTo>
                    <a:pt x="1233250" y="141798"/>
                  </a:lnTo>
                  <a:lnTo>
                    <a:pt x="1228002" y="132657"/>
                  </a:lnTo>
                  <a:lnTo>
                    <a:pt x="1222180" y="131083"/>
                  </a:lnTo>
                  <a:close/>
                </a:path>
                <a:path extrusionOk="0" h="650875" w="2134234">
                  <a:moveTo>
                    <a:pt x="1241093" y="164179"/>
                  </a:moveTo>
                  <a:lnTo>
                    <a:pt x="1231969" y="169418"/>
                  </a:lnTo>
                  <a:lnTo>
                    <a:pt x="1230486" y="174895"/>
                  </a:lnTo>
                  <a:lnTo>
                    <a:pt x="1230393" y="175239"/>
                  </a:lnTo>
                  <a:lnTo>
                    <a:pt x="1235642" y="184379"/>
                  </a:lnTo>
                  <a:lnTo>
                    <a:pt x="1241464" y="185954"/>
                  </a:lnTo>
                  <a:lnTo>
                    <a:pt x="1250588" y="180717"/>
                  </a:lnTo>
                  <a:lnTo>
                    <a:pt x="1252069" y="175239"/>
                  </a:lnTo>
                  <a:lnTo>
                    <a:pt x="1252162" y="174895"/>
                  </a:lnTo>
                  <a:lnTo>
                    <a:pt x="1246915" y="165754"/>
                  </a:lnTo>
                  <a:lnTo>
                    <a:pt x="1241093" y="164179"/>
                  </a:lnTo>
                  <a:close/>
                </a:path>
                <a:path extrusionOk="0" h="650875" w="2134234">
                  <a:moveTo>
                    <a:pt x="1260006" y="197275"/>
                  </a:moveTo>
                  <a:lnTo>
                    <a:pt x="1250881" y="202514"/>
                  </a:lnTo>
                  <a:lnTo>
                    <a:pt x="1249399" y="207991"/>
                  </a:lnTo>
                  <a:lnTo>
                    <a:pt x="1249306" y="208335"/>
                  </a:lnTo>
                  <a:lnTo>
                    <a:pt x="1254554" y="217476"/>
                  </a:lnTo>
                  <a:lnTo>
                    <a:pt x="1260375" y="219052"/>
                  </a:lnTo>
                  <a:lnTo>
                    <a:pt x="1269500" y="213813"/>
                  </a:lnTo>
                  <a:lnTo>
                    <a:pt x="1270982" y="208335"/>
                  </a:lnTo>
                  <a:lnTo>
                    <a:pt x="1271075" y="207991"/>
                  </a:lnTo>
                  <a:lnTo>
                    <a:pt x="1265826" y="198851"/>
                  </a:lnTo>
                  <a:lnTo>
                    <a:pt x="1260006" y="197275"/>
                  </a:lnTo>
                  <a:close/>
                </a:path>
                <a:path extrusionOk="0" h="650875" w="2134234">
                  <a:moveTo>
                    <a:pt x="1278917" y="230372"/>
                  </a:moveTo>
                  <a:lnTo>
                    <a:pt x="1269794" y="235610"/>
                  </a:lnTo>
                  <a:lnTo>
                    <a:pt x="1268312" y="241087"/>
                  </a:lnTo>
                  <a:lnTo>
                    <a:pt x="1268219" y="241432"/>
                  </a:lnTo>
                  <a:lnTo>
                    <a:pt x="1273467" y="250573"/>
                  </a:lnTo>
                  <a:lnTo>
                    <a:pt x="1279288" y="252148"/>
                  </a:lnTo>
                  <a:lnTo>
                    <a:pt x="1288412" y="246909"/>
                  </a:lnTo>
                  <a:lnTo>
                    <a:pt x="1289894" y="241432"/>
                  </a:lnTo>
                  <a:lnTo>
                    <a:pt x="1289987" y="241087"/>
                  </a:lnTo>
                  <a:lnTo>
                    <a:pt x="1284739" y="231947"/>
                  </a:lnTo>
                  <a:lnTo>
                    <a:pt x="1278917" y="230372"/>
                  </a:lnTo>
                  <a:close/>
                </a:path>
                <a:path extrusionOk="0" h="650875" w="2134234">
                  <a:moveTo>
                    <a:pt x="1297859" y="263300"/>
                  </a:moveTo>
                  <a:lnTo>
                    <a:pt x="1288869" y="268763"/>
                  </a:lnTo>
                  <a:lnTo>
                    <a:pt x="1287439" y="274622"/>
                  </a:lnTo>
                  <a:lnTo>
                    <a:pt x="1292913" y="283629"/>
                  </a:lnTo>
                  <a:lnTo>
                    <a:pt x="1298771" y="285059"/>
                  </a:lnTo>
                  <a:lnTo>
                    <a:pt x="1307763" y="279595"/>
                  </a:lnTo>
                  <a:lnTo>
                    <a:pt x="1309192" y="273737"/>
                  </a:lnTo>
                  <a:lnTo>
                    <a:pt x="1303719" y="264728"/>
                  </a:lnTo>
                  <a:lnTo>
                    <a:pt x="1297859" y="263300"/>
                  </a:lnTo>
                  <a:close/>
                </a:path>
                <a:path extrusionOk="0" h="650875" w="2134234">
                  <a:moveTo>
                    <a:pt x="1317705" y="295845"/>
                  </a:moveTo>
                  <a:lnTo>
                    <a:pt x="1308714" y="301308"/>
                  </a:lnTo>
                  <a:lnTo>
                    <a:pt x="1307284" y="307168"/>
                  </a:lnTo>
                  <a:lnTo>
                    <a:pt x="1312758" y="316175"/>
                  </a:lnTo>
                  <a:lnTo>
                    <a:pt x="1318616" y="317605"/>
                  </a:lnTo>
                  <a:lnTo>
                    <a:pt x="1327608" y="312141"/>
                  </a:lnTo>
                  <a:lnTo>
                    <a:pt x="1329037" y="306282"/>
                  </a:lnTo>
                  <a:lnTo>
                    <a:pt x="1323563" y="297275"/>
                  </a:lnTo>
                  <a:lnTo>
                    <a:pt x="1317705" y="295845"/>
                  </a:lnTo>
                  <a:close/>
                </a:path>
                <a:path extrusionOk="0" h="650875" w="2134234">
                  <a:moveTo>
                    <a:pt x="1337550" y="328391"/>
                  </a:moveTo>
                  <a:lnTo>
                    <a:pt x="1328559" y="333855"/>
                  </a:lnTo>
                  <a:lnTo>
                    <a:pt x="1327129" y="339713"/>
                  </a:lnTo>
                  <a:lnTo>
                    <a:pt x="1332603" y="348721"/>
                  </a:lnTo>
                  <a:lnTo>
                    <a:pt x="1338461" y="350151"/>
                  </a:lnTo>
                  <a:lnTo>
                    <a:pt x="1347453" y="344686"/>
                  </a:lnTo>
                  <a:lnTo>
                    <a:pt x="1348882" y="338828"/>
                  </a:lnTo>
                  <a:lnTo>
                    <a:pt x="1343408" y="329821"/>
                  </a:lnTo>
                  <a:lnTo>
                    <a:pt x="1337550" y="328391"/>
                  </a:lnTo>
                  <a:close/>
                </a:path>
                <a:path extrusionOk="0" h="650875" w="2134234">
                  <a:moveTo>
                    <a:pt x="1357395" y="360937"/>
                  </a:moveTo>
                  <a:lnTo>
                    <a:pt x="1348404" y="366401"/>
                  </a:lnTo>
                  <a:lnTo>
                    <a:pt x="1346974" y="372259"/>
                  </a:lnTo>
                  <a:lnTo>
                    <a:pt x="1352448" y="381267"/>
                  </a:lnTo>
                  <a:lnTo>
                    <a:pt x="1358306" y="382696"/>
                  </a:lnTo>
                  <a:lnTo>
                    <a:pt x="1367298" y="377233"/>
                  </a:lnTo>
                  <a:lnTo>
                    <a:pt x="1368727" y="371374"/>
                  </a:lnTo>
                  <a:lnTo>
                    <a:pt x="1363254" y="362366"/>
                  </a:lnTo>
                  <a:lnTo>
                    <a:pt x="1357395" y="360937"/>
                  </a:lnTo>
                  <a:close/>
                </a:path>
                <a:path extrusionOk="0" h="650875" w="2134234">
                  <a:moveTo>
                    <a:pt x="1377342" y="393277"/>
                  </a:moveTo>
                  <a:lnTo>
                    <a:pt x="1368465" y="399004"/>
                  </a:lnTo>
                  <a:lnTo>
                    <a:pt x="1367182" y="404835"/>
                  </a:lnTo>
                  <a:lnTo>
                    <a:pt x="1372861" y="413715"/>
                  </a:lnTo>
                  <a:lnTo>
                    <a:pt x="1378751" y="415010"/>
                  </a:lnTo>
                  <a:lnTo>
                    <a:pt x="1387614" y="409342"/>
                  </a:lnTo>
                  <a:lnTo>
                    <a:pt x="1388910" y="403453"/>
                  </a:lnTo>
                  <a:lnTo>
                    <a:pt x="1383233" y="394572"/>
                  </a:lnTo>
                  <a:lnTo>
                    <a:pt x="1377342" y="393277"/>
                  </a:lnTo>
                  <a:close/>
                </a:path>
                <a:path extrusionOk="0" h="650875" w="2134234">
                  <a:moveTo>
                    <a:pt x="1397914" y="425368"/>
                  </a:moveTo>
                  <a:lnTo>
                    <a:pt x="1389036" y="431096"/>
                  </a:lnTo>
                  <a:lnTo>
                    <a:pt x="1387754" y="436926"/>
                  </a:lnTo>
                  <a:lnTo>
                    <a:pt x="1393432" y="445806"/>
                  </a:lnTo>
                  <a:lnTo>
                    <a:pt x="1399322" y="447102"/>
                  </a:lnTo>
                  <a:lnTo>
                    <a:pt x="1408186" y="441434"/>
                  </a:lnTo>
                  <a:lnTo>
                    <a:pt x="1409481" y="435545"/>
                  </a:lnTo>
                  <a:lnTo>
                    <a:pt x="1403804" y="426664"/>
                  </a:lnTo>
                  <a:lnTo>
                    <a:pt x="1397914" y="425368"/>
                  </a:lnTo>
                  <a:close/>
                </a:path>
                <a:path extrusionOk="0" h="650875" w="2134234">
                  <a:moveTo>
                    <a:pt x="1418485" y="457460"/>
                  </a:moveTo>
                  <a:lnTo>
                    <a:pt x="1409608" y="463188"/>
                  </a:lnTo>
                  <a:lnTo>
                    <a:pt x="1408325" y="469018"/>
                  </a:lnTo>
                  <a:lnTo>
                    <a:pt x="1414004" y="477898"/>
                  </a:lnTo>
                  <a:lnTo>
                    <a:pt x="1419894" y="479193"/>
                  </a:lnTo>
                  <a:lnTo>
                    <a:pt x="1428757" y="473525"/>
                  </a:lnTo>
                  <a:lnTo>
                    <a:pt x="1430053" y="467636"/>
                  </a:lnTo>
                  <a:lnTo>
                    <a:pt x="1424376" y="458755"/>
                  </a:lnTo>
                  <a:lnTo>
                    <a:pt x="1418485" y="457460"/>
                  </a:lnTo>
                  <a:close/>
                </a:path>
                <a:path extrusionOk="0" h="650875" w="2134234">
                  <a:moveTo>
                    <a:pt x="1439057" y="489551"/>
                  </a:moveTo>
                  <a:lnTo>
                    <a:pt x="1430180" y="495279"/>
                  </a:lnTo>
                  <a:lnTo>
                    <a:pt x="1428897" y="501110"/>
                  </a:lnTo>
                  <a:lnTo>
                    <a:pt x="1434575" y="509990"/>
                  </a:lnTo>
                  <a:lnTo>
                    <a:pt x="1440465" y="511285"/>
                  </a:lnTo>
                  <a:lnTo>
                    <a:pt x="1449329" y="505617"/>
                  </a:lnTo>
                  <a:lnTo>
                    <a:pt x="1450625" y="499728"/>
                  </a:lnTo>
                  <a:lnTo>
                    <a:pt x="1444947" y="490847"/>
                  </a:lnTo>
                  <a:lnTo>
                    <a:pt x="1439057" y="489551"/>
                  </a:lnTo>
                  <a:close/>
                </a:path>
                <a:path extrusionOk="0" h="650875" w="2134234">
                  <a:moveTo>
                    <a:pt x="1460512" y="520635"/>
                  </a:moveTo>
                  <a:lnTo>
                    <a:pt x="1452021" y="526848"/>
                  </a:lnTo>
                  <a:lnTo>
                    <a:pt x="1451098" y="532806"/>
                  </a:lnTo>
                  <a:lnTo>
                    <a:pt x="1457322" y="541313"/>
                  </a:lnTo>
                  <a:lnTo>
                    <a:pt x="1463282" y="542236"/>
                  </a:lnTo>
                  <a:lnTo>
                    <a:pt x="1471772" y="536023"/>
                  </a:lnTo>
                  <a:lnTo>
                    <a:pt x="1472695" y="530063"/>
                  </a:lnTo>
                  <a:lnTo>
                    <a:pt x="1466472" y="521558"/>
                  </a:lnTo>
                  <a:lnTo>
                    <a:pt x="1460512" y="520635"/>
                  </a:lnTo>
                  <a:close/>
                </a:path>
                <a:path extrusionOk="0" h="650875" w="2134234">
                  <a:moveTo>
                    <a:pt x="1483093" y="551345"/>
                  </a:moveTo>
                  <a:lnTo>
                    <a:pt x="1474603" y="557557"/>
                  </a:lnTo>
                  <a:lnTo>
                    <a:pt x="1473680" y="563518"/>
                  </a:lnTo>
                  <a:lnTo>
                    <a:pt x="1479903" y="572024"/>
                  </a:lnTo>
                  <a:lnTo>
                    <a:pt x="1485863" y="572947"/>
                  </a:lnTo>
                  <a:lnTo>
                    <a:pt x="1494354" y="566734"/>
                  </a:lnTo>
                  <a:lnTo>
                    <a:pt x="1495277" y="560774"/>
                  </a:lnTo>
                  <a:lnTo>
                    <a:pt x="1489053" y="552268"/>
                  </a:lnTo>
                  <a:lnTo>
                    <a:pt x="1483093" y="551345"/>
                  </a:lnTo>
                  <a:close/>
                </a:path>
                <a:path extrusionOk="0" h="650875" w="2134234">
                  <a:moveTo>
                    <a:pt x="1505675" y="582056"/>
                  </a:moveTo>
                  <a:lnTo>
                    <a:pt x="1497183" y="588269"/>
                  </a:lnTo>
                  <a:lnTo>
                    <a:pt x="1496260" y="594227"/>
                  </a:lnTo>
                  <a:lnTo>
                    <a:pt x="1502484" y="602734"/>
                  </a:lnTo>
                  <a:lnTo>
                    <a:pt x="1508445" y="603657"/>
                  </a:lnTo>
                  <a:lnTo>
                    <a:pt x="1516936" y="597444"/>
                  </a:lnTo>
                  <a:lnTo>
                    <a:pt x="1517859" y="591485"/>
                  </a:lnTo>
                  <a:lnTo>
                    <a:pt x="1511635" y="582979"/>
                  </a:lnTo>
                  <a:lnTo>
                    <a:pt x="1505675" y="582056"/>
                  </a:lnTo>
                  <a:close/>
                </a:path>
                <a:path extrusionOk="0" h="650875" w="2134234">
                  <a:moveTo>
                    <a:pt x="1534867" y="590109"/>
                  </a:moveTo>
                  <a:lnTo>
                    <a:pt x="1528706" y="590109"/>
                  </a:lnTo>
                  <a:lnTo>
                    <a:pt x="1521230" y="597278"/>
                  </a:lnTo>
                  <a:lnTo>
                    <a:pt x="1521104" y="603308"/>
                  </a:lnTo>
                  <a:lnTo>
                    <a:pt x="1528508" y="611027"/>
                  </a:lnTo>
                  <a:lnTo>
                    <a:pt x="1534416" y="611027"/>
                  </a:lnTo>
                  <a:lnTo>
                    <a:pt x="1542023" y="603731"/>
                  </a:lnTo>
                  <a:lnTo>
                    <a:pt x="1542149" y="597702"/>
                  </a:lnTo>
                  <a:lnTo>
                    <a:pt x="1534867" y="590109"/>
                  </a:lnTo>
                  <a:close/>
                </a:path>
                <a:path extrusionOk="0" h="650875" w="2134234">
                  <a:moveTo>
                    <a:pt x="1562365" y="563709"/>
                  </a:moveTo>
                  <a:lnTo>
                    <a:pt x="1556205" y="563709"/>
                  </a:lnTo>
                  <a:lnTo>
                    <a:pt x="1548729" y="570880"/>
                  </a:lnTo>
                  <a:lnTo>
                    <a:pt x="1548603" y="576910"/>
                  </a:lnTo>
                  <a:lnTo>
                    <a:pt x="1556006" y="584629"/>
                  </a:lnTo>
                  <a:lnTo>
                    <a:pt x="1561915" y="584629"/>
                  </a:lnTo>
                  <a:lnTo>
                    <a:pt x="1569521" y="577333"/>
                  </a:lnTo>
                  <a:lnTo>
                    <a:pt x="1569648" y="571303"/>
                  </a:lnTo>
                  <a:lnTo>
                    <a:pt x="1562365" y="563709"/>
                  </a:lnTo>
                  <a:close/>
                </a:path>
                <a:path extrusionOk="0" h="650875" w="2134234">
                  <a:moveTo>
                    <a:pt x="1589864" y="537311"/>
                  </a:moveTo>
                  <a:lnTo>
                    <a:pt x="1583703" y="537311"/>
                  </a:lnTo>
                  <a:lnTo>
                    <a:pt x="1576227" y="544482"/>
                  </a:lnTo>
                  <a:lnTo>
                    <a:pt x="1576101" y="550510"/>
                  </a:lnTo>
                  <a:lnTo>
                    <a:pt x="1583504" y="558229"/>
                  </a:lnTo>
                  <a:lnTo>
                    <a:pt x="1589413" y="558229"/>
                  </a:lnTo>
                  <a:lnTo>
                    <a:pt x="1597021" y="550934"/>
                  </a:lnTo>
                  <a:lnTo>
                    <a:pt x="1597146" y="544904"/>
                  </a:lnTo>
                  <a:lnTo>
                    <a:pt x="1589864" y="537311"/>
                  </a:lnTo>
                  <a:close/>
                </a:path>
                <a:path extrusionOk="0" h="650875" w="2134234">
                  <a:moveTo>
                    <a:pt x="1611839" y="507485"/>
                  </a:moveTo>
                  <a:lnTo>
                    <a:pt x="1605895" y="508506"/>
                  </a:lnTo>
                  <a:lnTo>
                    <a:pt x="1599812" y="517113"/>
                  </a:lnTo>
                  <a:lnTo>
                    <a:pt x="1600833" y="523057"/>
                  </a:lnTo>
                  <a:lnTo>
                    <a:pt x="1609425" y="529130"/>
                  </a:lnTo>
                  <a:lnTo>
                    <a:pt x="1615368" y="528109"/>
                  </a:lnTo>
                  <a:lnTo>
                    <a:pt x="1621452" y="519502"/>
                  </a:lnTo>
                  <a:lnTo>
                    <a:pt x="1620431" y="513558"/>
                  </a:lnTo>
                  <a:lnTo>
                    <a:pt x="1611839" y="507485"/>
                  </a:lnTo>
                  <a:close/>
                </a:path>
                <a:path extrusionOk="0" h="650875" w="2134234">
                  <a:moveTo>
                    <a:pt x="1633823" y="476343"/>
                  </a:moveTo>
                  <a:lnTo>
                    <a:pt x="1627878" y="477365"/>
                  </a:lnTo>
                  <a:lnTo>
                    <a:pt x="1621795" y="485971"/>
                  </a:lnTo>
                  <a:lnTo>
                    <a:pt x="1622816" y="491915"/>
                  </a:lnTo>
                  <a:lnTo>
                    <a:pt x="1631407" y="497988"/>
                  </a:lnTo>
                  <a:lnTo>
                    <a:pt x="1637351" y="496967"/>
                  </a:lnTo>
                  <a:lnTo>
                    <a:pt x="1643434" y="488360"/>
                  </a:lnTo>
                  <a:lnTo>
                    <a:pt x="1642414" y="482415"/>
                  </a:lnTo>
                  <a:lnTo>
                    <a:pt x="1633823" y="476343"/>
                  </a:lnTo>
                  <a:close/>
                </a:path>
                <a:path extrusionOk="0" h="650875" w="2134234">
                  <a:moveTo>
                    <a:pt x="1694688" y="466845"/>
                  </a:moveTo>
                  <a:lnTo>
                    <a:pt x="1694156" y="466845"/>
                  </a:lnTo>
                  <a:lnTo>
                    <a:pt x="1685175" y="471929"/>
                  </a:lnTo>
                  <a:lnTo>
                    <a:pt x="1683624" y="477528"/>
                  </a:lnTo>
                  <a:lnTo>
                    <a:pt x="1683565" y="477740"/>
                  </a:lnTo>
                  <a:lnTo>
                    <a:pt x="1688757" y="486912"/>
                  </a:lnTo>
                  <a:lnTo>
                    <a:pt x="1694568" y="488524"/>
                  </a:lnTo>
                  <a:lnTo>
                    <a:pt x="1703725" y="483341"/>
                  </a:lnTo>
                  <a:lnTo>
                    <a:pt x="1705276" y="477740"/>
                  </a:lnTo>
                  <a:lnTo>
                    <a:pt x="1705335" y="477528"/>
                  </a:lnTo>
                  <a:lnTo>
                    <a:pt x="1700142" y="468356"/>
                  </a:lnTo>
                  <a:lnTo>
                    <a:pt x="1694688" y="466845"/>
                  </a:lnTo>
                  <a:close/>
                </a:path>
                <a:path extrusionOk="0" h="650875" w="2134234">
                  <a:moveTo>
                    <a:pt x="1655805" y="445201"/>
                  </a:moveTo>
                  <a:lnTo>
                    <a:pt x="1649862" y="446222"/>
                  </a:lnTo>
                  <a:lnTo>
                    <a:pt x="1643777" y="454828"/>
                  </a:lnTo>
                  <a:lnTo>
                    <a:pt x="1644798" y="460773"/>
                  </a:lnTo>
                  <a:lnTo>
                    <a:pt x="1653390" y="466845"/>
                  </a:lnTo>
                  <a:lnTo>
                    <a:pt x="1659333" y="465824"/>
                  </a:lnTo>
                  <a:lnTo>
                    <a:pt x="1665418" y="457217"/>
                  </a:lnTo>
                  <a:lnTo>
                    <a:pt x="1664397" y="451274"/>
                  </a:lnTo>
                  <a:lnTo>
                    <a:pt x="1655805" y="445201"/>
                  </a:lnTo>
                  <a:close/>
                </a:path>
                <a:path extrusionOk="0" h="650875" w="2134234">
                  <a:moveTo>
                    <a:pt x="1675500" y="433603"/>
                  </a:moveTo>
                  <a:lnTo>
                    <a:pt x="1666344" y="438786"/>
                  </a:lnTo>
                  <a:lnTo>
                    <a:pt x="1664792" y="444386"/>
                  </a:lnTo>
                  <a:lnTo>
                    <a:pt x="1664733" y="444597"/>
                  </a:lnTo>
                  <a:lnTo>
                    <a:pt x="1669925" y="453771"/>
                  </a:lnTo>
                  <a:lnTo>
                    <a:pt x="1675737" y="455381"/>
                  </a:lnTo>
                  <a:lnTo>
                    <a:pt x="1684893" y="450198"/>
                  </a:lnTo>
                  <a:lnTo>
                    <a:pt x="1686445" y="444597"/>
                  </a:lnTo>
                  <a:lnTo>
                    <a:pt x="1686504" y="444386"/>
                  </a:lnTo>
                  <a:lnTo>
                    <a:pt x="1681312" y="435213"/>
                  </a:lnTo>
                  <a:lnTo>
                    <a:pt x="1675500" y="433603"/>
                  </a:lnTo>
                  <a:close/>
                </a:path>
                <a:path extrusionOk="0" h="650875" w="2134234">
                  <a:moveTo>
                    <a:pt x="1713162" y="499889"/>
                  </a:moveTo>
                  <a:lnTo>
                    <a:pt x="1704005" y="505071"/>
                  </a:lnTo>
                  <a:lnTo>
                    <a:pt x="1702454" y="510672"/>
                  </a:lnTo>
                  <a:lnTo>
                    <a:pt x="1702395" y="510884"/>
                  </a:lnTo>
                  <a:lnTo>
                    <a:pt x="1707587" y="520056"/>
                  </a:lnTo>
                  <a:lnTo>
                    <a:pt x="1713400" y="521666"/>
                  </a:lnTo>
                  <a:lnTo>
                    <a:pt x="1722555" y="516483"/>
                  </a:lnTo>
                  <a:lnTo>
                    <a:pt x="1724107" y="510884"/>
                  </a:lnTo>
                  <a:lnTo>
                    <a:pt x="1724165" y="510672"/>
                  </a:lnTo>
                  <a:lnTo>
                    <a:pt x="1718974" y="501500"/>
                  </a:lnTo>
                  <a:lnTo>
                    <a:pt x="1713162" y="499889"/>
                  </a:lnTo>
                  <a:close/>
                </a:path>
                <a:path extrusionOk="0" h="650875" w="2134234">
                  <a:moveTo>
                    <a:pt x="1731994" y="533031"/>
                  </a:moveTo>
                  <a:lnTo>
                    <a:pt x="1722837" y="538214"/>
                  </a:lnTo>
                  <a:lnTo>
                    <a:pt x="1721285" y="543815"/>
                  </a:lnTo>
                  <a:lnTo>
                    <a:pt x="1721227" y="544026"/>
                  </a:lnTo>
                  <a:lnTo>
                    <a:pt x="1726418" y="553199"/>
                  </a:lnTo>
                  <a:lnTo>
                    <a:pt x="1732231" y="554809"/>
                  </a:lnTo>
                  <a:lnTo>
                    <a:pt x="1741387" y="549626"/>
                  </a:lnTo>
                  <a:lnTo>
                    <a:pt x="1742939" y="544026"/>
                  </a:lnTo>
                  <a:lnTo>
                    <a:pt x="1742997" y="543815"/>
                  </a:lnTo>
                  <a:lnTo>
                    <a:pt x="1737805" y="534642"/>
                  </a:lnTo>
                  <a:lnTo>
                    <a:pt x="1731994" y="533031"/>
                  </a:lnTo>
                  <a:close/>
                </a:path>
                <a:path extrusionOk="0" h="650875" w="2134234">
                  <a:moveTo>
                    <a:pt x="1750129" y="565152"/>
                  </a:moveTo>
                  <a:lnTo>
                    <a:pt x="1742434" y="572328"/>
                  </a:lnTo>
                  <a:lnTo>
                    <a:pt x="1742225" y="578355"/>
                  </a:lnTo>
                  <a:lnTo>
                    <a:pt x="1749414" y="586063"/>
                  </a:lnTo>
                  <a:lnTo>
                    <a:pt x="1755442" y="586272"/>
                  </a:lnTo>
                  <a:lnTo>
                    <a:pt x="1763135" y="579097"/>
                  </a:lnTo>
                  <a:lnTo>
                    <a:pt x="1763345" y="573069"/>
                  </a:lnTo>
                  <a:lnTo>
                    <a:pt x="1756155" y="565362"/>
                  </a:lnTo>
                  <a:lnTo>
                    <a:pt x="1750129" y="565152"/>
                  </a:lnTo>
                  <a:close/>
                </a:path>
                <a:path extrusionOk="0" h="650875" w="2134234">
                  <a:moveTo>
                    <a:pt x="1776084" y="593069"/>
                  </a:moveTo>
                  <a:lnTo>
                    <a:pt x="1768389" y="600246"/>
                  </a:lnTo>
                  <a:lnTo>
                    <a:pt x="1768180" y="606273"/>
                  </a:lnTo>
                  <a:lnTo>
                    <a:pt x="1775369" y="613981"/>
                  </a:lnTo>
                  <a:lnTo>
                    <a:pt x="1781397" y="614191"/>
                  </a:lnTo>
                  <a:lnTo>
                    <a:pt x="1789090" y="607014"/>
                  </a:lnTo>
                  <a:lnTo>
                    <a:pt x="1789300" y="600986"/>
                  </a:lnTo>
                  <a:lnTo>
                    <a:pt x="1782110" y="593279"/>
                  </a:lnTo>
                  <a:lnTo>
                    <a:pt x="1776084" y="593069"/>
                  </a:lnTo>
                  <a:close/>
                </a:path>
                <a:path extrusionOk="0" h="650875" w="2134234">
                  <a:moveTo>
                    <a:pt x="1802039" y="620988"/>
                  </a:moveTo>
                  <a:lnTo>
                    <a:pt x="1794344" y="628163"/>
                  </a:lnTo>
                  <a:lnTo>
                    <a:pt x="1794135" y="634191"/>
                  </a:lnTo>
                  <a:lnTo>
                    <a:pt x="1801324" y="641898"/>
                  </a:lnTo>
                  <a:lnTo>
                    <a:pt x="1807352" y="642108"/>
                  </a:lnTo>
                  <a:lnTo>
                    <a:pt x="1815045" y="634932"/>
                  </a:lnTo>
                  <a:lnTo>
                    <a:pt x="1815255" y="628905"/>
                  </a:lnTo>
                  <a:lnTo>
                    <a:pt x="1808065" y="621197"/>
                  </a:lnTo>
                  <a:lnTo>
                    <a:pt x="1802039" y="620988"/>
                  </a:lnTo>
                  <a:close/>
                </a:path>
                <a:path extrusionOk="0" h="650875" w="2134234">
                  <a:moveTo>
                    <a:pt x="1828298" y="628818"/>
                  </a:moveTo>
                  <a:lnTo>
                    <a:pt x="1822498" y="630471"/>
                  </a:lnTo>
                  <a:lnTo>
                    <a:pt x="1819931" y="635085"/>
                  </a:lnTo>
                  <a:lnTo>
                    <a:pt x="1817388" y="639733"/>
                  </a:lnTo>
                  <a:lnTo>
                    <a:pt x="1819027" y="645482"/>
                  </a:lnTo>
                  <a:lnTo>
                    <a:pt x="1828220" y="650596"/>
                  </a:lnTo>
                  <a:lnTo>
                    <a:pt x="1834020" y="648944"/>
                  </a:lnTo>
                  <a:lnTo>
                    <a:pt x="1839145" y="639733"/>
                  </a:lnTo>
                  <a:lnTo>
                    <a:pt x="1837493" y="633934"/>
                  </a:lnTo>
                  <a:lnTo>
                    <a:pt x="1828298" y="628818"/>
                  </a:lnTo>
                  <a:close/>
                </a:path>
                <a:path extrusionOk="0" h="650875" w="2134234">
                  <a:moveTo>
                    <a:pt x="1846845" y="595515"/>
                  </a:moveTo>
                  <a:lnTo>
                    <a:pt x="1841045" y="597169"/>
                  </a:lnTo>
                  <a:lnTo>
                    <a:pt x="1838478" y="601781"/>
                  </a:lnTo>
                  <a:lnTo>
                    <a:pt x="1835935" y="606431"/>
                  </a:lnTo>
                  <a:lnTo>
                    <a:pt x="1837574" y="612179"/>
                  </a:lnTo>
                  <a:lnTo>
                    <a:pt x="1846767" y="617294"/>
                  </a:lnTo>
                  <a:lnTo>
                    <a:pt x="1852568" y="615641"/>
                  </a:lnTo>
                  <a:lnTo>
                    <a:pt x="1857692" y="606431"/>
                  </a:lnTo>
                  <a:lnTo>
                    <a:pt x="1856038" y="600631"/>
                  </a:lnTo>
                  <a:lnTo>
                    <a:pt x="1846845" y="595515"/>
                  </a:lnTo>
                  <a:close/>
                </a:path>
                <a:path extrusionOk="0" h="650875" w="2134234">
                  <a:moveTo>
                    <a:pt x="1865392" y="562212"/>
                  </a:moveTo>
                  <a:lnTo>
                    <a:pt x="1859592" y="563866"/>
                  </a:lnTo>
                  <a:lnTo>
                    <a:pt x="1857025" y="568479"/>
                  </a:lnTo>
                  <a:lnTo>
                    <a:pt x="1854482" y="573128"/>
                  </a:lnTo>
                  <a:lnTo>
                    <a:pt x="1856121" y="578876"/>
                  </a:lnTo>
                  <a:lnTo>
                    <a:pt x="1865315" y="583991"/>
                  </a:lnTo>
                  <a:lnTo>
                    <a:pt x="1871115" y="582338"/>
                  </a:lnTo>
                  <a:lnTo>
                    <a:pt x="1876239" y="573128"/>
                  </a:lnTo>
                  <a:lnTo>
                    <a:pt x="1874586" y="567328"/>
                  </a:lnTo>
                  <a:lnTo>
                    <a:pt x="1865392" y="562212"/>
                  </a:lnTo>
                  <a:close/>
                </a:path>
                <a:path extrusionOk="0" h="650875" w="2134234">
                  <a:moveTo>
                    <a:pt x="1883939" y="528910"/>
                  </a:moveTo>
                  <a:lnTo>
                    <a:pt x="1878139" y="530562"/>
                  </a:lnTo>
                  <a:lnTo>
                    <a:pt x="1875572" y="535176"/>
                  </a:lnTo>
                  <a:lnTo>
                    <a:pt x="1873029" y="539824"/>
                  </a:lnTo>
                  <a:lnTo>
                    <a:pt x="1874667" y="545572"/>
                  </a:lnTo>
                  <a:lnTo>
                    <a:pt x="1883862" y="550688"/>
                  </a:lnTo>
                  <a:lnTo>
                    <a:pt x="1889660" y="549036"/>
                  </a:lnTo>
                  <a:lnTo>
                    <a:pt x="1894785" y="539824"/>
                  </a:lnTo>
                  <a:lnTo>
                    <a:pt x="1893133" y="534024"/>
                  </a:lnTo>
                  <a:lnTo>
                    <a:pt x="1883939" y="528910"/>
                  </a:lnTo>
                  <a:close/>
                </a:path>
                <a:path extrusionOk="0" h="650875" w="2134234">
                  <a:moveTo>
                    <a:pt x="1905755" y="498856"/>
                  </a:moveTo>
                  <a:lnTo>
                    <a:pt x="1896485" y="503871"/>
                  </a:lnTo>
                  <a:lnTo>
                    <a:pt x="1894765" y="509651"/>
                  </a:lnTo>
                  <a:lnTo>
                    <a:pt x="1899771" y="518905"/>
                  </a:lnTo>
                  <a:lnTo>
                    <a:pt x="1905551" y="520626"/>
                  </a:lnTo>
                  <a:lnTo>
                    <a:pt x="1914820" y="515611"/>
                  </a:lnTo>
                  <a:lnTo>
                    <a:pt x="1916543" y="509831"/>
                  </a:lnTo>
                  <a:lnTo>
                    <a:pt x="1911536" y="500576"/>
                  </a:lnTo>
                  <a:lnTo>
                    <a:pt x="1905755" y="498856"/>
                  </a:lnTo>
                  <a:close/>
                </a:path>
                <a:path extrusionOk="0" h="650875" w="2134234">
                  <a:moveTo>
                    <a:pt x="1939273" y="480700"/>
                  </a:moveTo>
                  <a:lnTo>
                    <a:pt x="1930003" y="485716"/>
                  </a:lnTo>
                  <a:lnTo>
                    <a:pt x="1928281" y="491496"/>
                  </a:lnTo>
                  <a:lnTo>
                    <a:pt x="1933289" y="500749"/>
                  </a:lnTo>
                  <a:lnTo>
                    <a:pt x="1939069" y="502470"/>
                  </a:lnTo>
                  <a:lnTo>
                    <a:pt x="1948338" y="497455"/>
                  </a:lnTo>
                  <a:lnTo>
                    <a:pt x="1950060" y="491675"/>
                  </a:lnTo>
                  <a:lnTo>
                    <a:pt x="1945053" y="482422"/>
                  </a:lnTo>
                  <a:lnTo>
                    <a:pt x="1939273" y="480700"/>
                  </a:lnTo>
                  <a:close/>
                </a:path>
                <a:path extrusionOk="0" h="650875" w="2134234">
                  <a:moveTo>
                    <a:pt x="1975419" y="464446"/>
                  </a:moveTo>
                  <a:lnTo>
                    <a:pt x="1969258" y="464446"/>
                  </a:lnTo>
                  <a:lnTo>
                    <a:pt x="1961976" y="472039"/>
                  </a:lnTo>
                  <a:lnTo>
                    <a:pt x="1962101" y="478069"/>
                  </a:lnTo>
                  <a:lnTo>
                    <a:pt x="1969709" y="485364"/>
                  </a:lnTo>
                  <a:lnTo>
                    <a:pt x="1975617" y="485364"/>
                  </a:lnTo>
                  <a:lnTo>
                    <a:pt x="1983021" y="477645"/>
                  </a:lnTo>
                  <a:lnTo>
                    <a:pt x="1982895" y="471617"/>
                  </a:lnTo>
                  <a:lnTo>
                    <a:pt x="1975419" y="464446"/>
                  </a:lnTo>
                  <a:close/>
                </a:path>
                <a:path extrusionOk="0" h="650875" w="2134234">
                  <a:moveTo>
                    <a:pt x="2002917" y="490844"/>
                  </a:moveTo>
                  <a:lnTo>
                    <a:pt x="1996757" y="490844"/>
                  </a:lnTo>
                  <a:lnTo>
                    <a:pt x="1989474" y="498438"/>
                  </a:lnTo>
                  <a:lnTo>
                    <a:pt x="1989599" y="504468"/>
                  </a:lnTo>
                  <a:lnTo>
                    <a:pt x="1997207" y="511764"/>
                  </a:lnTo>
                  <a:lnTo>
                    <a:pt x="2003115" y="511764"/>
                  </a:lnTo>
                  <a:lnTo>
                    <a:pt x="2010519" y="504045"/>
                  </a:lnTo>
                  <a:lnTo>
                    <a:pt x="2010393" y="498015"/>
                  </a:lnTo>
                  <a:lnTo>
                    <a:pt x="2002917" y="490844"/>
                  </a:lnTo>
                  <a:close/>
                </a:path>
                <a:path extrusionOk="0" h="650875" w="2134234">
                  <a:moveTo>
                    <a:pt x="2030416" y="517244"/>
                  </a:moveTo>
                  <a:lnTo>
                    <a:pt x="2024255" y="517244"/>
                  </a:lnTo>
                  <a:lnTo>
                    <a:pt x="2016973" y="524837"/>
                  </a:lnTo>
                  <a:lnTo>
                    <a:pt x="2017099" y="530866"/>
                  </a:lnTo>
                  <a:lnTo>
                    <a:pt x="2024706" y="538162"/>
                  </a:lnTo>
                  <a:lnTo>
                    <a:pt x="2030614" y="538162"/>
                  </a:lnTo>
                  <a:lnTo>
                    <a:pt x="2038018" y="530443"/>
                  </a:lnTo>
                  <a:lnTo>
                    <a:pt x="2037891" y="524413"/>
                  </a:lnTo>
                  <a:lnTo>
                    <a:pt x="2030416" y="517244"/>
                  </a:lnTo>
                  <a:close/>
                </a:path>
                <a:path extrusionOk="0" h="650875" w="2134234">
                  <a:moveTo>
                    <a:pt x="2056396" y="531398"/>
                  </a:moveTo>
                  <a:lnTo>
                    <a:pt x="2047215" y="536576"/>
                  </a:lnTo>
                  <a:lnTo>
                    <a:pt x="2045652" y="542183"/>
                  </a:lnTo>
                  <a:lnTo>
                    <a:pt x="2045596" y="542385"/>
                  </a:lnTo>
                  <a:lnTo>
                    <a:pt x="2050764" y="551549"/>
                  </a:lnTo>
                  <a:lnTo>
                    <a:pt x="2056573" y="553168"/>
                  </a:lnTo>
                  <a:lnTo>
                    <a:pt x="2065754" y="547992"/>
                  </a:lnTo>
                  <a:lnTo>
                    <a:pt x="2067317" y="542385"/>
                  </a:lnTo>
                  <a:lnTo>
                    <a:pt x="2067373" y="542183"/>
                  </a:lnTo>
                  <a:lnTo>
                    <a:pt x="2062205" y="533019"/>
                  </a:lnTo>
                  <a:lnTo>
                    <a:pt x="2056396" y="531398"/>
                  </a:lnTo>
                  <a:close/>
                </a:path>
                <a:path extrusionOk="0" h="650875" w="2134234">
                  <a:moveTo>
                    <a:pt x="2089630" y="512700"/>
                  </a:moveTo>
                  <a:lnTo>
                    <a:pt x="2080441" y="517864"/>
                  </a:lnTo>
                  <a:lnTo>
                    <a:pt x="2078861" y="523500"/>
                  </a:lnTo>
                  <a:lnTo>
                    <a:pt x="2078813" y="523671"/>
                  </a:lnTo>
                  <a:lnTo>
                    <a:pt x="2083968" y="532842"/>
                  </a:lnTo>
                  <a:lnTo>
                    <a:pt x="2089776" y="534470"/>
                  </a:lnTo>
                  <a:lnTo>
                    <a:pt x="2098963" y="529306"/>
                  </a:lnTo>
                  <a:lnTo>
                    <a:pt x="2100543" y="523671"/>
                  </a:lnTo>
                  <a:lnTo>
                    <a:pt x="2100591" y="523500"/>
                  </a:lnTo>
                  <a:lnTo>
                    <a:pt x="2095437" y="514328"/>
                  </a:lnTo>
                  <a:lnTo>
                    <a:pt x="2089630" y="512700"/>
                  </a:lnTo>
                  <a:close/>
                </a:path>
                <a:path extrusionOk="0" h="650875" w="2134234">
                  <a:moveTo>
                    <a:pt x="2122812" y="494002"/>
                  </a:moveTo>
                  <a:lnTo>
                    <a:pt x="2113641" y="499196"/>
                  </a:lnTo>
                  <a:lnTo>
                    <a:pt x="2112098" y="504766"/>
                  </a:lnTo>
                  <a:lnTo>
                    <a:pt x="2112031" y="505007"/>
                  </a:lnTo>
                  <a:lnTo>
                    <a:pt x="2117216" y="514163"/>
                  </a:lnTo>
                  <a:lnTo>
                    <a:pt x="2123028" y="515772"/>
                  </a:lnTo>
                  <a:lnTo>
                    <a:pt x="2132200" y="510579"/>
                  </a:lnTo>
                  <a:lnTo>
                    <a:pt x="2133742" y="505007"/>
                  </a:lnTo>
                  <a:lnTo>
                    <a:pt x="2133809" y="504766"/>
                  </a:lnTo>
                  <a:lnTo>
                    <a:pt x="2128625" y="495611"/>
                  </a:lnTo>
                  <a:lnTo>
                    <a:pt x="2122812" y="494002"/>
                  </a:lnTo>
                  <a:close/>
                </a:path>
              </a:pathLst>
            </a:custGeom>
            <a:solidFill>
              <a:srgbClr val="2683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2" name="Google Shape;502;p20"/>
          <p:cNvSpPr txBox="1"/>
          <p:nvPr/>
        </p:nvSpPr>
        <p:spPr>
          <a:xfrm>
            <a:off x="8700597" y="4054855"/>
            <a:ext cx="414020" cy="1805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171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3500.00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7145" rtl="0" algn="r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7145" rtl="0" algn="r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2500.00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7145" rtl="0" algn="r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7145" rtl="0" algn="r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1500.00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7145" rtl="0" algn="r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500.00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21590" rtl="0" algn="r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0.00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 txBox="1"/>
          <p:nvPr/>
        </p:nvSpPr>
        <p:spPr>
          <a:xfrm>
            <a:off x="9153923" y="5847079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 txBox="1"/>
          <p:nvPr/>
        </p:nvSpPr>
        <p:spPr>
          <a:xfrm>
            <a:off x="9531341" y="5847079"/>
            <a:ext cx="8382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9879803" y="5847079"/>
            <a:ext cx="1530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 txBox="1"/>
          <p:nvPr/>
        </p:nvSpPr>
        <p:spPr>
          <a:xfrm>
            <a:off x="10257221" y="5847079"/>
            <a:ext cx="1530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 txBox="1"/>
          <p:nvPr/>
        </p:nvSpPr>
        <p:spPr>
          <a:xfrm>
            <a:off x="10634640" y="5847079"/>
            <a:ext cx="1530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 txBox="1"/>
          <p:nvPr/>
        </p:nvSpPr>
        <p:spPr>
          <a:xfrm>
            <a:off x="11012058" y="5847079"/>
            <a:ext cx="1530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 txBox="1"/>
          <p:nvPr/>
        </p:nvSpPr>
        <p:spPr>
          <a:xfrm>
            <a:off x="11389475" y="5847079"/>
            <a:ext cx="1530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 txBox="1"/>
          <p:nvPr/>
        </p:nvSpPr>
        <p:spPr>
          <a:xfrm>
            <a:off x="11766894" y="5847079"/>
            <a:ext cx="15303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 txBox="1"/>
          <p:nvPr/>
        </p:nvSpPr>
        <p:spPr>
          <a:xfrm>
            <a:off x="9340681" y="3744467"/>
            <a:ext cx="198437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Minimum Nights and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16" name="Google Shape;516;p21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EXTRA #1</a:t>
            </a:r>
            <a:endParaRPr/>
          </a:p>
        </p:txBody>
      </p:sp>
      <p:grpSp>
        <p:nvGrpSpPr>
          <p:cNvPr id="517" name="Google Shape;517;p21"/>
          <p:cNvGrpSpPr/>
          <p:nvPr/>
        </p:nvGrpSpPr>
        <p:grpSpPr>
          <a:xfrm>
            <a:off x="2238175" y="2652956"/>
            <a:ext cx="2622779" cy="2528570"/>
            <a:chOff x="2238175" y="2652956"/>
            <a:chExt cx="2622779" cy="2528570"/>
          </a:xfrm>
        </p:grpSpPr>
        <p:sp>
          <p:nvSpPr>
            <p:cNvPr id="518" name="Google Shape;518;p21"/>
            <p:cNvSpPr/>
            <p:nvPr/>
          </p:nvSpPr>
          <p:spPr>
            <a:xfrm>
              <a:off x="3837456" y="3113081"/>
              <a:ext cx="576580" cy="629285"/>
            </a:xfrm>
            <a:custGeom>
              <a:rect b="b" l="l" r="r" t="t"/>
              <a:pathLst>
                <a:path extrusionOk="0" h="629285" w="576579">
                  <a:moveTo>
                    <a:pt x="167473" y="0"/>
                  </a:moveTo>
                  <a:lnTo>
                    <a:pt x="0" y="268015"/>
                  </a:lnTo>
                  <a:lnTo>
                    <a:pt x="42758" y="297234"/>
                  </a:lnTo>
                  <a:lnTo>
                    <a:pt x="82753" y="329654"/>
                  </a:lnTo>
                  <a:lnTo>
                    <a:pt x="119832" y="365074"/>
                  </a:lnTo>
                  <a:lnTo>
                    <a:pt x="153841" y="403289"/>
                  </a:lnTo>
                  <a:lnTo>
                    <a:pt x="184627" y="444096"/>
                  </a:lnTo>
                  <a:lnTo>
                    <a:pt x="212035" y="487291"/>
                  </a:lnTo>
                  <a:lnTo>
                    <a:pt x="235913" y="532670"/>
                  </a:lnTo>
                  <a:lnTo>
                    <a:pt x="256106" y="580030"/>
                  </a:lnTo>
                  <a:lnTo>
                    <a:pt x="272461" y="629168"/>
                  </a:lnTo>
                  <a:lnTo>
                    <a:pt x="576158" y="541718"/>
                  </a:lnTo>
                  <a:lnTo>
                    <a:pt x="561060" y="494046"/>
                  </a:lnTo>
                  <a:lnTo>
                    <a:pt x="543549" y="447431"/>
                  </a:lnTo>
                  <a:lnTo>
                    <a:pt x="523686" y="401954"/>
                  </a:lnTo>
                  <a:lnTo>
                    <a:pt x="501532" y="357695"/>
                  </a:lnTo>
                  <a:lnTo>
                    <a:pt x="477149" y="314737"/>
                  </a:lnTo>
                  <a:lnTo>
                    <a:pt x="450597" y="273160"/>
                  </a:lnTo>
                  <a:lnTo>
                    <a:pt x="421939" y="233045"/>
                  </a:lnTo>
                  <a:lnTo>
                    <a:pt x="391235" y="194474"/>
                  </a:lnTo>
                  <a:lnTo>
                    <a:pt x="358546" y="157527"/>
                  </a:lnTo>
                  <a:lnTo>
                    <a:pt x="323933" y="122285"/>
                  </a:lnTo>
                  <a:lnTo>
                    <a:pt x="287459" y="88831"/>
                  </a:lnTo>
                  <a:lnTo>
                    <a:pt x="249183" y="57244"/>
                  </a:lnTo>
                  <a:lnTo>
                    <a:pt x="209167" y="27607"/>
                  </a:lnTo>
                  <a:lnTo>
                    <a:pt x="167473" y="0"/>
                  </a:lnTo>
                  <a:close/>
                </a:path>
              </a:pathLst>
            </a:custGeom>
            <a:solidFill>
              <a:srgbClr val="27CE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2554311" y="2969147"/>
              <a:ext cx="1896745" cy="1896745"/>
            </a:xfrm>
            <a:custGeom>
              <a:rect b="b" l="l" r="r" t="t"/>
              <a:pathLst>
                <a:path extrusionOk="0" h="1896745" w="1896745">
                  <a:moveTo>
                    <a:pt x="931822" y="0"/>
                  </a:moveTo>
                  <a:lnTo>
                    <a:pt x="882319" y="2147"/>
                  </a:lnTo>
                  <a:lnTo>
                    <a:pt x="832867" y="6895"/>
                  </a:lnTo>
                  <a:lnTo>
                    <a:pt x="783566" y="14257"/>
                  </a:lnTo>
                  <a:lnTo>
                    <a:pt x="734518" y="24248"/>
                  </a:lnTo>
                  <a:lnTo>
                    <a:pt x="685825" y="36882"/>
                  </a:lnTo>
                  <a:lnTo>
                    <a:pt x="639280" y="51568"/>
                  </a:lnTo>
                  <a:lnTo>
                    <a:pt x="594022" y="68410"/>
                  </a:lnTo>
                  <a:lnTo>
                    <a:pt x="550092" y="87334"/>
                  </a:lnTo>
                  <a:lnTo>
                    <a:pt x="507531" y="108266"/>
                  </a:lnTo>
                  <a:lnTo>
                    <a:pt x="466380" y="131133"/>
                  </a:lnTo>
                  <a:lnTo>
                    <a:pt x="426679" y="155860"/>
                  </a:lnTo>
                  <a:lnTo>
                    <a:pt x="388469" y="182375"/>
                  </a:lnTo>
                  <a:lnTo>
                    <a:pt x="351791" y="210602"/>
                  </a:lnTo>
                  <a:lnTo>
                    <a:pt x="316685" y="240470"/>
                  </a:lnTo>
                  <a:lnTo>
                    <a:pt x="283193" y="271903"/>
                  </a:lnTo>
                  <a:lnTo>
                    <a:pt x="251355" y="304828"/>
                  </a:lnTo>
                  <a:lnTo>
                    <a:pt x="221212" y="339172"/>
                  </a:lnTo>
                  <a:lnTo>
                    <a:pt x="192804" y="374860"/>
                  </a:lnTo>
                  <a:lnTo>
                    <a:pt x="166173" y="411820"/>
                  </a:lnTo>
                  <a:lnTo>
                    <a:pt x="141359" y="449976"/>
                  </a:lnTo>
                  <a:lnTo>
                    <a:pt x="118404" y="489256"/>
                  </a:lnTo>
                  <a:lnTo>
                    <a:pt x="97346" y="529586"/>
                  </a:lnTo>
                  <a:lnTo>
                    <a:pt x="78229" y="570891"/>
                  </a:lnTo>
                  <a:lnTo>
                    <a:pt x="61091" y="613099"/>
                  </a:lnTo>
                  <a:lnTo>
                    <a:pt x="45975" y="656135"/>
                  </a:lnTo>
                  <a:lnTo>
                    <a:pt x="32920" y="699927"/>
                  </a:lnTo>
                  <a:lnTo>
                    <a:pt x="21968" y="744399"/>
                  </a:lnTo>
                  <a:lnTo>
                    <a:pt x="13159" y="789478"/>
                  </a:lnTo>
                  <a:lnTo>
                    <a:pt x="6534" y="835092"/>
                  </a:lnTo>
                  <a:lnTo>
                    <a:pt x="2134" y="881165"/>
                  </a:lnTo>
                  <a:lnTo>
                    <a:pt x="0" y="927624"/>
                  </a:lnTo>
                  <a:lnTo>
                    <a:pt x="171" y="974396"/>
                  </a:lnTo>
                  <a:lnTo>
                    <a:pt x="2690" y="1021406"/>
                  </a:lnTo>
                  <a:lnTo>
                    <a:pt x="7597" y="1068581"/>
                  </a:lnTo>
                  <a:lnTo>
                    <a:pt x="14933" y="1115847"/>
                  </a:lnTo>
                  <a:lnTo>
                    <a:pt x="24738" y="1163131"/>
                  </a:lnTo>
                  <a:lnTo>
                    <a:pt x="37053" y="1210359"/>
                  </a:lnTo>
                  <a:lnTo>
                    <a:pt x="51739" y="1256904"/>
                  </a:lnTo>
                  <a:lnTo>
                    <a:pt x="68581" y="1302162"/>
                  </a:lnTo>
                  <a:lnTo>
                    <a:pt x="87505" y="1346092"/>
                  </a:lnTo>
                  <a:lnTo>
                    <a:pt x="108437" y="1388653"/>
                  </a:lnTo>
                  <a:lnTo>
                    <a:pt x="131304" y="1429804"/>
                  </a:lnTo>
                  <a:lnTo>
                    <a:pt x="156031" y="1469505"/>
                  </a:lnTo>
                  <a:lnTo>
                    <a:pt x="182546" y="1507715"/>
                  </a:lnTo>
                  <a:lnTo>
                    <a:pt x="210773" y="1544393"/>
                  </a:lnTo>
                  <a:lnTo>
                    <a:pt x="240641" y="1579499"/>
                  </a:lnTo>
                  <a:lnTo>
                    <a:pt x="272074" y="1612991"/>
                  </a:lnTo>
                  <a:lnTo>
                    <a:pt x="304999" y="1644829"/>
                  </a:lnTo>
                  <a:lnTo>
                    <a:pt x="339343" y="1674972"/>
                  </a:lnTo>
                  <a:lnTo>
                    <a:pt x="375031" y="1703380"/>
                  </a:lnTo>
                  <a:lnTo>
                    <a:pt x="411991" y="1730011"/>
                  </a:lnTo>
                  <a:lnTo>
                    <a:pt x="450147" y="1754825"/>
                  </a:lnTo>
                  <a:lnTo>
                    <a:pt x="489427" y="1777781"/>
                  </a:lnTo>
                  <a:lnTo>
                    <a:pt x="529757" y="1798838"/>
                  </a:lnTo>
                  <a:lnTo>
                    <a:pt x="571062" y="1817956"/>
                  </a:lnTo>
                  <a:lnTo>
                    <a:pt x="613270" y="1835093"/>
                  </a:lnTo>
                  <a:lnTo>
                    <a:pt x="656307" y="1850210"/>
                  </a:lnTo>
                  <a:lnTo>
                    <a:pt x="700098" y="1863264"/>
                  </a:lnTo>
                  <a:lnTo>
                    <a:pt x="744570" y="1874216"/>
                  </a:lnTo>
                  <a:lnTo>
                    <a:pt x="789650" y="1883025"/>
                  </a:lnTo>
                  <a:lnTo>
                    <a:pt x="835263" y="1889650"/>
                  </a:lnTo>
                  <a:lnTo>
                    <a:pt x="881336" y="1894050"/>
                  </a:lnTo>
                  <a:lnTo>
                    <a:pt x="927795" y="1896185"/>
                  </a:lnTo>
                  <a:lnTo>
                    <a:pt x="974567" y="1896013"/>
                  </a:lnTo>
                  <a:lnTo>
                    <a:pt x="1021577" y="1893494"/>
                  </a:lnTo>
                  <a:lnTo>
                    <a:pt x="1068752" y="1888587"/>
                  </a:lnTo>
                  <a:lnTo>
                    <a:pt x="1116019" y="1881251"/>
                  </a:lnTo>
                  <a:lnTo>
                    <a:pt x="1163303" y="1871446"/>
                  </a:lnTo>
                  <a:lnTo>
                    <a:pt x="1210530" y="1859131"/>
                  </a:lnTo>
                  <a:lnTo>
                    <a:pt x="1257075" y="1844445"/>
                  </a:lnTo>
                  <a:lnTo>
                    <a:pt x="1302333" y="1827603"/>
                  </a:lnTo>
                  <a:lnTo>
                    <a:pt x="1346263" y="1808679"/>
                  </a:lnTo>
                  <a:lnTo>
                    <a:pt x="1388824" y="1787747"/>
                  </a:lnTo>
                  <a:lnTo>
                    <a:pt x="1429975" y="1764880"/>
                  </a:lnTo>
                  <a:lnTo>
                    <a:pt x="1469676" y="1740153"/>
                  </a:lnTo>
                  <a:lnTo>
                    <a:pt x="1507886" y="1713639"/>
                  </a:lnTo>
                  <a:lnTo>
                    <a:pt x="1544564" y="1685411"/>
                  </a:lnTo>
                  <a:lnTo>
                    <a:pt x="1579670" y="1655544"/>
                  </a:lnTo>
                  <a:lnTo>
                    <a:pt x="1613162" y="1624110"/>
                  </a:lnTo>
                  <a:lnTo>
                    <a:pt x="1645000" y="1591185"/>
                  </a:lnTo>
                  <a:lnTo>
                    <a:pt x="1675143" y="1556841"/>
                  </a:lnTo>
                  <a:lnTo>
                    <a:pt x="1703550" y="1521153"/>
                  </a:lnTo>
                  <a:lnTo>
                    <a:pt x="1730181" y="1484194"/>
                  </a:lnTo>
                  <a:lnTo>
                    <a:pt x="1754995" y="1446037"/>
                  </a:lnTo>
                  <a:lnTo>
                    <a:pt x="1777951" y="1406758"/>
                  </a:lnTo>
                  <a:lnTo>
                    <a:pt x="1799008" y="1366428"/>
                  </a:lnTo>
                  <a:lnTo>
                    <a:pt x="1818126" y="1325122"/>
                  </a:lnTo>
                  <a:lnTo>
                    <a:pt x="1835264" y="1282914"/>
                  </a:lnTo>
                  <a:lnTo>
                    <a:pt x="1850380" y="1239878"/>
                  </a:lnTo>
                  <a:lnTo>
                    <a:pt x="1863435" y="1196087"/>
                  </a:lnTo>
                  <a:lnTo>
                    <a:pt x="1874387" y="1151614"/>
                  </a:lnTo>
                  <a:lnTo>
                    <a:pt x="1883196" y="1106535"/>
                  </a:lnTo>
                  <a:lnTo>
                    <a:pt x="1889821" y="1060922"/>
                  </a:lnTo>
                  <a:lnTo>
                    <a:pt x="1894221" y="1014848"/>
                  </a:lnTo>
                  <a:lnTo>
                    <a:pt x="1896355" y="968389"/>
                  </a:lnTo>
                  <a:lnTo>
                    <a:pt x="1896183" y="921617"/>
                  </a:lnTo>
                  <a:lnTo>
                    <a:pt x="1893664" y="874607"/>
                  </a:lnTo>
                  <a:lnTo>
                    <a:pt x="1888758" y="827432"/>
                  </a:lnTo>
                  <a:lnTo>
                    <a:pt x="1881422" y="780165"/>
                  </a:lnTo>
                  <a:lnTo>
                    <a:pt x="1871617" y="732881"/>
                  </a:lnTo>
                  <a:lnTo>
                    <a:pt x="1859302" y="685653"/>
                  </a:lnTo>
                  <a:lnTo>
                    <a:pt x="1555607" y="773102"/>
                  </a:lnTo>
                  <a:lnTo>
                    <a:pt x="1567275" y="820403"/>
                  </a:lnTo>
                  <a:lnTo>
                    <a:pt x="1575225" y="868139"/>
                  </a:lnTo>
                  <a:lnTo>
                    <a:pt x="1579485" y="916101"/>
                  </a:lnTo>
                  <a:lnTo>
                    <a:pt x="1580084" y="964082"/>
                  </a:lnTo>
                  <a:lnTo>
                    <a:pt x="1577052" y="1011874"/>
                  </a:lnTo>
                  <a:lnTo>
                    <a:pt x="1570418" y="1059267"/>
                  </a:lnTo>
                  <a:lnTo>
                    <a:pt x="1560212" y="1106054"/>
                  </a:lnTo>
                  <a:lnTo>
                    <a:pt x="1546461" y="1152026"/>
                  </a:lnTo>
                  <a:lnTo>
                    <a:pt x="1529195" y="1196976"/>
                  </a:lnTo>
                  <a:lnTo>
                    <a:pt x="1508444" y="1240695"/>
                  </a:lnTo>
                  <a:lnTo>
                    <a:pt x="1484237" y="1282974"/>
                  </a:lnTo>
                  <a:lnTo>
                    <a:pt x="1457767" y="1322062"/>
                  </a:lnTo>
                  <a:lnTo>
                    <a:pt x="1428926" y="1358556"/>
                  </a:lnTo>
                  <a:lnTo>
                    <a:pt x="1397880" y="1392420"/>
                  </a:lnTo>
                  <a:lnTo>
                    <a:pt x="1364798" y="1423612"/>
                  </a:lnTo>
                  <a:lnTo>
                    <a:pt x="1329849" y="1452095"/>
                  </a:lnTo>
                  <a:lnTo>
                    <a:pt x="1293201" y="1477829"/>
                  </a:lnTo>
                  <a:lnTo>
                    <a:pt x="1255022" y="1500776"/>
                  </a:lnTo>
                  <a:lnTo>
                    <a:pt x="1215482" y="1520897"/>
                  </a:lnTo>
                  <a:lnTo>
                    <a:pt x="1174747" y="1538153"/>
                  </a:lnTo>
                  <a:lnTo>
                    <a:pt x="1132988" y="1552505"/>
                  </a:lnTo>
                  <a:lnTo>
                    <a:pt x="1090372" y="1563914"/>
                  </a:lnTo>
                  <a:lnTo>
                    <a:pt x="1047067" y="1572341"/>
                  </a:lnTo>
                  <a:lnTo>
                    <a:pt x="1003242" y="1577748"/>
                  </a:lnTo>
                  <a:lnTo>
                    <a:pt x="959066" y="1580095"/>
                  </a:lnTo>
                  <a:lnTo>
                    <a:pt x="914707" y="1579344"/>
                  </a:lnTo>
                  <a:lnTo>
                    <a:pt x="870333" y="1575456"/>
                  </a:lnTo>
                  <a:lnTo>
                    <a:pt x="826113" y="1568391"/>
                  </a:lnTo>
                  <a:lnTo>
                    <a:pt x="782215" y="1558112"/>
                  </a:lnTo>
                  <a:lnTo>
                    <a:pt x="738807" y="1544578"/>
                  </a:lnTo>
                  <a:lnTo>
                    <a:pt x="696059" y="1527752"/>
                  </a:lnTo>
                  <a:lnTo>
                    <a:pt x="654138" y="1507594"/>
                  </a:lnTo>
                  <a:lnTo>
                    <a:pt x="613212" y="1484066"/>
                  </a:lnTo>
                  <a:lnTo>
                    <a:pt x="574124" y="1457596"/>
                  </a:lnTo>
                  <a:lnTo>
                    <a:pt x="537629" y="1428754"/>
                  </a:lnTo>
                  <a:lnTo>
                    <a:pt x="503766" y="1397708"/>
                  </a:lnTo>
                  <a:lnTo>
                    <a:pt x="472574" y="1364627"/>
                  </a:lnTo>
                  <a:lnTo>
                    <a:pt x="444091" y="1329677"/>
                  </a:lnTo>
                  <a:lnTo>
                    <a:pt x="418356" y="1293029"/>
                  </a:lnTo>
                  <a:lnTo>
                    <a:pt x="395409" y="1254851"/>
                  </a:lnTo>
                  <a:lnTo>
                    <a:pt x="375288" y="1215310"/>
                  </a:lnTo>
                  <a:lnTo>
                    <a:pt x="358032" y="1174576"/>
                  </a:lnTo>
                  <a:lnTo>
                    <a:pt x="343680" y="1132817"/>
                  </a:lnTo>
                  <a:lnTo>
                    <a:pt x="332271" y="1090200"/>
                  </a:lnTo>
                  <a:lnTo>
                    <a:pt x="323844" y="1046896"/>
                  </a:lnTo>
                  <a:lnTo>
                    <a:pt x="318437" y="1003071"/>
                  </a:lnTo>
                  <a:lnTo>
                    <a:pt x="316090" y="958895"/>
                  </a:lnTo>
                  <a:lnTo>
                    <a:pt x="316841" y="914536"/>
                  </a:lnTo>
                  <a:lnTo>
                    <a:pt x="320730" y="870162"/>
                  </a:lnTo>
                  <a:lnTo>
                    <a:pt x="327794" y="825941"/>
                  </a:lnTo>
                  <a:lnTo>
                    <a:pt x="338074" y="782043"/>
                  </a:lnTo>
                  <a:lnTo>
                    <a:pt x="351607" y="738635"/>
                  </a:lnTo>
                  <a:lnTo>
                    <a:pt x="368434" y="695887"/>
                  </a:lnTo>
                  <a:lnTo>
                    <a:pt x="388592" y="653965"/>
                  </a:lnTo>
                  <a:lnTo>
                    <a:pt x="412121" y="613040"/>
                  </a:lnTo>
                  <a:lnTo>
                    <a:pt x="438590" y="573952"/>
                  </a:lnTo>
                  <a:lnTo>
                    <a:pt x="467431" y="537457"/>
                  </a:lnTo>
                  <a:lnTo>
                    <a:pt x="498477" y="503594"/>
                  </a:lnTo>
                  <a:lnTo>
                    <a:pt x="531559" y="472402"/>
                  </a:lnTo>
                  <a:lnTo>
                    <a:pt x="566508" y="443919"/>
                  </a:lnTo>
                  <a:lnTo>
                    <a:pt x="603156" y="418184"/>
                  </a:lnTo>
                  <a:lnTo>
                    <a:pt x="641334" y="395237"/>
                  </a:lnTo>
                  <a:lnTo>
                    <a:pt x="680875" y="375116"/>
                  </a:lnTo>
                  <a:lnTo>
                    <a:pt x="721609" y="357860"/>
                  </a:lnTo>
                  <a:lnTo>
                    <a:pt x="763368" y="343508"/>
                  </a:lnTo>
                  <a:lnTo>
                    <a:pt x="805985" y="332099"/>
                  </a:lnTo>
                  <a:lnTo>
                    <a:pt x="849289" y="323672"/>
                  </a:lnTo>
                  <a:lnTo>
                    <a:pt x="893114" y="318265"/>
                  </a:lnTo>
                  <a:lnTo>
                    <a:pt x="937290" y="315918"/>
                  </a:lnTo>
                  <a:lnTo>
                    <a:pt x="981649" y="316669"/>
                  </a:lnTo>
                  <a:lnTo>
                    <a:pt x="1026023" y="320557"/>
                  </a:lnTo>
                  <a:lnTo>
                    <a:pt x="1070244" y="327622"/>
                  </a:lnTo>
                  <a:lnTo>
                    <a:pt x="1114142" y="337902"/>
                  </a:lnTo>
                  <a:lnTo>
                    <a:pt x="1157549" y="351435"/>
                  </a:lnTo>
                  <a:lnTo>
                    <a:pt x="1200298" y="368261"/>
                  </a:lnTo>
                  <a:lnTo>
                    <a:pt x="1242219" y="388420"/>
                  </a:lnTo>
                  <a:lnTo>
                    <a:pt x="1283145" y="411948"/>
                  </a:lnTo>
                  <a:lnTo>
                    <a:pt x="1450617" y="143935"/>
                  </a:lnTo>
                  <a:lnTo>
                    <a:pt x="1407264" y="118417"/>
                  </a:lnTo>
                  <a:lnTo>
                    <a:pt x="1362845" y="95343"/>
                  </a:lnTo>
                  <a:lnTo>
                    <a:pt x="1317460" y="74727"/>
                  </a:lnTo>
                  <a:lnTo>
                    <a:pt x="1271212" y="56583"/>
                  </a:lnTo>
                  <a:lnTo>
                    <a:pt x="1224202" y="40926"/>
                  </a:lnTo>
                  <a:lnTo>
                    <a:pt x="1176531" y="27770"/>
                  </a:lnTo>
                  <a:lnTo>
                    <a:pt x="1128301" y="17129"/>
                  </a:lnTo>
                  <a:lnTo>
                    <a:pt x="1079614" y="9017"/>
                  </a:lnTo>
                  <a:lnTo>
                    <a:pt x="1030570" y="3449"/>
                  </a:lnTo>
                  <a:lnTo>
                    <a:pt x="981273" y="438"/>
                  </a:lnTo>
                  <a:lnTo>
                    <a:pt x="931822" y="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4004931" y="2845056"/>
              <a:ext cx="712470" cy="810260"/>
            </a:xfrm>
            <a:custGeom>
              <a:rect b="b" l="l" r="r" t="t"/>
              <a:pathLst>
                <a:path extrusionOk="0" h="810260" w="712470">
                  <a:moveTo>
                    <a:pt x="167478" y="0"/>
                  </a:moveTo>
                  <a:lnTo>
                    <a:pt x="0" y="268024"/>
                  </a:lnTo>
                  <a:lnTo>
                    <a:pt x="41694" y="295631"/>
                  </a:lnTo>
                  <a:lnTo>
                    <a:pt x="81709" y="325269"/>
                  </a:lnTo>
                  <a:lnTo>
                    <a:pt x="119985" y="356856"/>
                  </a:lnTo>
                  <a:lnTo>
                    <a:pt x="156460" y="390310"/>
                  </a:lnTo>
                  <a:lnTo>
                    <a:pt x="191072" y="425552"/>
                  </a:lnTo>
                  <a:lnTo>
                    <a:pt x="223761" y="462499"/>
                  </a:lnTo>
                  <a:lnTo>
                    <a:pt x="254465" y="501070"/>
                  </a:lnTo>
                  <a:lnTo>
                    <a:pt x="283124" y="541185"/>
                  </a:lnTo>
                  <a:lnTo>
                    <a:pt x="309675" y="582763"/>
                  </a:lnTo>
                  <a:lnTo>
                    <a:pt x="334058" y="625721"/>
                  </a:lnTo>
                  <a:lnTo>
                    <a:pt x="356212" y="669979"/>
                  </a:lnTo>
                  <a:lnTo>
                    <a:pt x="376075" y="715457"/>
                  </a:lnTo>
                  <a:lnTo>
                    <a:pt x="393586" y="762072"/>
                  </a:lnTo>
                  <a:lnTo>
                    <a:pt x="408684" y="809744"/>
                  </a:lnTo>
                  <a:lnTo>
                    <a:pt x="712392" y="722292"/>
                  </a:lnTo>
                  <a:lnTo>
                    <a:pt x="697874" y="675324"/>
                  </a:lnTo>
                  <a:lnTo>
                    <a:pt x="681598" y="629106"/>
                  </a:lnTo>
                  <a:lnTo>
                    <a:pt x="663595" y="583680"/>
                  </a:lnTo>
                  <a:lnTo>
                    <a:pt x="643900" y="539091"/>
                  </a:lnTo>
                  <a:lnTo>
                    <a:pt x="622544" y="495381"/>
                  </a:lnTo>
                  <a:lnTo>
                    <a:pt x="599559" y="452593"/>
                  </a:lnTo>
                  <a:lnTo>
                    <a:pt x="574980" y="410772"/>
                  </a:lnTo>
                  <a:lnTo>
                    <a:pt x="548838" y="369959"/>
                  </a:lnTo>
                  <a:lnTo>
                    <a:pt x="521166" y="330199"/>
                  </a:lnTo>
                  <a:lnTo>
                    <a:pt x="491997" y="291534"/>
                  </a:lnTo>
                  <a:lnTo>
                    <a:pt x="461362" y="254009"/>
                  </a:lnTo>
                  <a:lnTo>
                    <a:pt x="429296" y="217665"/>
                  </a:lnTo>
                  <a:lnTo>
                    <a:pt x="395831" y="182548"/>
                  </a:lnTo>
                  <a:lnTo>
                    <a:pt x="360998" y="148699"/>
                  </a:lnTo>
                  <a:lnTo>
                    <a:pt x="324832" y="116162"/>
                  </a:lnTo>
                  <a:lnTo>
                    <a:pt x="287364" y="84980"/>
                  </a:lnTo>
                  <a:lnTo>
                    <a:pt x="248627" y="55197"/>
                  </a:lnTo>
                  <a:lnTo>
                    <a:pt x="208655" y="26856"/>
                  </a:lnTo>
                  <a:lnTo>
                    <a:pt x="167478" y="0"/>
                  </a:lnTo>
                  <a:close/>
                </a:path>
              </a:pathLst>
            </a:custGeom>
            <a:solidFill>
              <a:srgbClr val="27CE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2238175" y="2652956"/>
              <a:ext cx="2529205" cy="2528570"/>
            </a:xfrm>
            <a:custGeom>
              <a:rect b="b" l="l" r="r" t="t"/>
              <a:pathLst>
                <a:path extrusionOk="0" h="2528570" w="2529204">
                  <a:moveTo>
                    <a:pt x="1264498" y="0"/>
                  </a:moveTo>
                  <a:lnTo>
                    <a:pt x="1214219" y="991"/>
                  </a:lnTo>
                  <a:lnTo>
                    <a:pt x="1163934" y="3988"/>
                  </a:lnTo>
                  <a:lnTo>
                    <a:pt x="1113702" y="9000"/>
                  </a:lnTo>
                  <a:lnTo>
                    <a:pt x="1063584" y="16035"/>
                  </a:lnTo>
                  <a:lnTo>
                    <a:pt x="1013640" y="25102"/>
                  </a:lnTo>
                  <a:lnTo>
                    <a:pt x="963928" y="36208"/>
                  </a:lnTo>
                  <a:lnTo>
                    <a:pt x="914510" y="49363"/>
                  </a:lnTo>
                  <a:lnTo>
                    <a:pt x="868164" y="63658"/>
                  </a:lnTo>
                  <a:lnTo>
                    <a:pt x="822762" y="79559"/>
                  </a:lnTo>
                  <a:lnTo>
                    <a:pt x="778324" y="97025"/>
                  </a:lnTo>
                  <a:lnTo>
                    <a:pt x="734875" y="116015"/>
                  </a:lnTo>
                  <a:lnTo>
                    <a:pt x="692435" y="136490"/>
                  </a:lnTo>
                  <a:lnTo>
                    <a:pt x="651028" y="158408"/>
                  </a:lnTo>
                  <a:lnTo>
                    <a:pt x="610675" y="181730"/>
                  </a:lnTo>
                  <a:lnTo>
                    <a:pt x="571400" y="206414"/>
                  </a:lnTo>
                  <a:lnTo>
                    <a:pt x="533225" y="232420"/>
                  </a:lnTo>
                  <a:lnTo>
                    <a:pt x="496171" y="259708"/>
                  </a:lnTo>
                  <a:lnTo>
                    <a:pt x="460262" y="288237"/>
                  </a:lnTo>
                  <a:lnTo>
                    <a:pt x="425520" y="317967"/>
                  </a:lnTo>
                  <a:lnTo>
                    <a:pt x="391967" y="348856"/>
                  </a:lnTo>
                  <a:lnTo>
                    <a:pt x="359626" y="380866"/>
                  </a:lnTo>
                  <a:lnTo>
                    <a:pt x="328518" y="413954"/>
                  </a:lnTo>
                  <a:lnTo>
                    <a:pt x="298667" y="448080"/>
                  </a:lnTo>
                  <a:lnTo>
                    <a:pt x="270095" y="483205"/>
                  </a:lnTo>
                  <a:lnTo>
                    <a:pt x="242825" y="519287"/>
                  </a:lnTo>
                  <a:lnTo>
                    <a:pt x="216878" y="556286"/>
                  </a:lnTo>
                  <a:lnTo>
                    <a:pt x="192276" y="594161"/>
                  </a:lnTo>
                  <a:lnTo>
                    <a:pt x="169044" y="632873"/>
                  </a:lnTo>
                  <a:lnTo>
                    <a:pt x="147202" y="672380"/>
                  </a:lnTo>
                  <a:lnTo>
                    <a:pt x="126773" y="712641"/>
                  </a:lnTo>
                  <a:lnTo>
                    <a:pt x="107781" y="753617"/>
                  </a:lnTo>
                  <a:lnTo>
                    <a:pt x="90246" y="795267"/>
                  </a:lnTo>
                  <a:lnTo>
                    <a:pt x="74191" y="837550"/>
                  </a:lnTo>
                  <a:lnTo>
                    <a:pt x="59640" y="880426"/>
                  </a:lnTo>
                  <a:lnTo>
                    <a:pt x="46613" y="923854"/>
                  </a:lnTo>
                  <a:lnTo>
                    <a:pt x="35135" y="967794"/>
                  </a:lnTo>
                  <a:lnTo>
                    <a:pt x="25226" y="1012206"/>
                  </a:lnTo>
                  <a:lnTo>
                    <a:pt x="16910" y="1057048"/>
                  </a:lnTo>
                  <a:lnTo>
                    <a:pt x="10208" y="1102280"/>
                  </a:lnTo>
                  <a:lnTo>
                    <a:pt x="5144" y="1147862"/>
                  </a:lnTo>
                  <a:lnTo>
                    <a:pt x="1740" y="1193753"/>
                  </a:lnTo>
                  <a:lnTo>
                    <a:pt x="17" y="1239913"/>
                  </a:lnTo>
                  <a:lnTo>
                    <a:pt x="0" y="1286301"/>
                  </a:lnTo>
                  <a:lnTo>
                    <a:pt x="1708" y="1332877"/>
                  </a:lnTo>
                  <a:lnTo>
                    <a:pt x="5166" y="1379599"/>
                  </a:lnTo>
                  <a:lnTo>
                    <a:pt x="10396" y="1426429"/>
                  </a:lnTo>
                  <a:lnTo>
                    <a:pt x="17420" y="1473324"/>
                  </a:lnTo>
                  <a:lnTo>
                    <a:pt x="26260" y="1520245"/>
                  </a:lnTo>
                  <a:lnTo>
                    <a:pt x="36939" y="1567151"/>
                  </a:lnTo>
                  <a:lnTo>
                    <a:pt x="49480" y="1614002"/>
                  </a:lnTo>
                  <a:lnTo>
                    <a:pt x="63775" y="1660347"/>
                  </a:lnTo>
                  <a:lnTo>
                    <a:pt x="79675" y="1705750"/>
                  </a:lnTo>
                  <a:lnTo>
                    <a:pt x="97141" y="1750187"/>
                  </a:lnTo>
                  <a:lnTo>
                    <a:pt x="116132" y="1793637"/>
                  </a:lnTo>
                  <a:lnTo>
                    <a:pt x="136607" y="1836076"/>
                  </a:lnTo>
                  <a:lnTo>
                    <a:pt x="158525" y="1877484"/>
                  </a:lnTo>
                  <a:lnTo>
                    <a:pt x="181846" y="1917836"/>
                  </a:lnTo>
                  <a:lnTo>
                    <a:pt x="206531" y="1957111"/>
                  </a:lnTo>
                  <a:lnTo>
                    <a:pt x="232537" y="1995287"/>
                  </a:lnTo>
                  <a:lnTo>
                    <a:pt x="259825" y="2032340"/>
                  </a:lnTo>
                  <a:lnTo>
                    <a:pt x="288354" y="2068249"/>
                  </a:lnTo>
                  <a:lnTo>
                    <a:pt x="318083" y="2102991"/>
                  </a:lnTo>
                  <a:lnTo>
                    <a:pt x="348973" y="2136544"/>
                  </a:lnTo>
                  <a:lnTo>
                    <a:pt x="380982" y="2168886"/>
                  </a:lnTo>
                  <a:lnTo>
                    <a:pt x="414070" y="2199993"/>
                  </a:lnTo>
                  <a:lnTo>
                    <a:pt x="448197" y="2229844"/>
                  </a:lnTo>
                  <a:lnTo>
                    <a:pt x="483321" y="2258416"/>
                  </a:lnTo>
                  <a:lnTo>
                    <a:pt x="519404" y="2285687"/>
                  </a:lnTo>
                  <a:lnTo>
                    <a:pt x="556403" y="2311634"/>
                  </a:lnTo>
                  <a:lnTo>
                    <a:pt x="594278" y="2336235"/>
                  </a:lnTo>
                  <a:lnTo>
                    <a:pt x="632989" y="2359467"/>
                  </a:lnTo>
                  <a:lnTo>
                    <a:pt x="672496" y="2381309"/>
                  </a:lnTo>
                  <a:lnTo>
                    <a:pt x="712758" y="2401738"/>
                  </a:lnTo>
                  <a:lnTo>
                    <a:pt x="753734" y="2420731"/>
                  </a:lnTo>
                  <a:lnTo>
                    <a:pt x="795384" y="2438266"/>
                  </a:lnTo>
                  <a:lnTo>
                    <a:pt x="837667" y="2454320"/>
                  </a:lnTo>
                  <a:lnTo>
                    <a:pt x="880543" y="2468872"/>
                  </a:lnTo>
                  <a:lnTo>
                    <a:pt x="923971" y="2481898"/>
                  </a:lnTo>
                  <a:lnTo>
                    <a:pt x="967911" y="2493377"/>
                  </a:lnTo>
                  <a:lnTo>
                    <a:pt x="1012322" y="2503285"/>
                  </a:lnTo>
                  <a:lnTo>
                    <a:pt x="1057164" y="2511601"/>
                  </a:lnTo>
                  <a:lnTo>
                    <a:pt x="1102397" y="2518303"/>
                  </a:lnTo>
                  <a:lnTo>
                    <a:pt x="1147979" y="2523367"/>
                  </a:lnTo>
                  <a:lnTo>
                    <a:pt x="1193870" y="2526771"/>
                  </a:lnTo>
                  <a:lnTo>
                    <a:pt x="1240030" y="2528494"/>
                  </a:lnTo>
                  <a:lnTo>
                    <a:pt x="1286418" y="2528512"/>
                  </a:lnTo>
                  <a:lnTo>
                    <a:pt x="1332993" y="2526803"/>
                  </a:lnTo>
                  <a:lnTo>
                    <a:pt x="1379716" y="2523344"/>
                  </a:lnTo>
                  <a:lnTo>
                    <a:pt x="1426545" y="2518115"/>
                  </a:lnTo>
                  <a:lnTo>
                    <a:pt x="1473441" y="2511091"/>
                  </a:lnTo>
                  <a:lnTo>
                    <a:pt x="1520362" y="2502250"/>
                  </a:lnTo>
                  <a:lnTo>
                    <a:pt x="1567268" y="2491571"/>
                  </a:lnTo>
                  <a:lnTo>
                    <a:pt x="1614119" y="2479031"/>
                  </a:lnTo>
                  <a:lnTo>
                    <a:pt x="1660464" y="2464736"/>
                  </a:lnTo>
                  <a:lnTo>
                    <a:pt x="1705866" y="2448835"/>
                  </a:lnTo>
                  <a:lnTo>
                    <a:pt x="1750304" y="2431370"/>
                  </a:lnTo>
                  <a:lnTo>
                    <a:pt x="1793753" y="2412379"/>
                  </a:lnTo>
                  <a:lnTo>
                    <a:pt x="1836193" y="2391904"/>
                  </a:lnTo>
                  <a:lnTo>
                    <a:pt x="1877600" y="2369986"/>
                  </a:lnTo>
                  <a:lnTo>
                    <a:pt x="1917953" y="2346665"/>
                  </a:lnTo>
                  <a:lnTo>
                    <a:pt x="1957228" y="2321980"/>
                  </a:lnTo>
                  <a:lnTo>
                    <a:pt x="1995403" y="2295974"/>
                  </a:lnTo>
                  <a:lnTo>
                    <a:pt x="2032457" y="2268686"/>
                  </a:lnTo>
                  <a:lnTo>
                    <a:pt x="2068366" y="2240157"/>
                  </a:lnTo>
                  <a:lnTo>
                    <a:pt x="2103108" y="2210428"/>
                  </a:lnTo>
                  <a:lnTo>
                    <a:pt x="2136661" y="2179538"/>
                  </a:lnTo>
                  <a:lnTo>
                    <a:pt x="2169002" y="2147529"/>
                  </a:lnTo>
                  <a:lnTo>
                    <a:pt x="2200109" y="2114441"/>
                  </a:lnTo>
                  <a:lnTo>
                    <a:pt x="2229960" y="2080314"/>
                  </a:lnTo>
                  <a:lnTo>
                    <a:pt x="2258532" y="2045190"/>
                  </a:lnTo>
                  <a:lnTo>
                    <a:pt x="2285803" y="2009108"/>
                  </a:lnTo>
                  <a:lnTo>
                    <a:pt x="2311750" y="1972109"/>
                  </a:lnTo>
                  <a:lnTo>
                    <a:pt x="2336351" y="1934233"/>
                  </a:lnTo>
                  <a:lnTo>
                    <a:pt x="2359583" y="1895522"/>
                  </a:lnTo>
                  <a:lnTo>
                    <a:pt x="2381425" y="1856015"/>
                  </a:lnTo>
                  <a:lnTo>
                    <a:pt x="2401854" y="1815753"/>
                  </a:lnTo>
                  <a:lnTo>
                    <a:pt x="2420847" y="1774777"/>
                  </a:lnTo>
                  <a:lnTo>
                    <a:pt x="2438382" y="1733128"/>
                  </a:lnTo>
                  <a:lnTo>
                    <a:pt x="2454436" y="1690844"/>
                  </a:lnTo>
                  <a:lnTo>
                    <a:pt x="2468987" y="1647969"/>
                  </a:lnTo>
                  <a:lnTo>
                    <a:pt x="2482014" y="1604540"/>
                  </a:lnTo>
                  <a:lnTo>
                    <a:pt x="2493493" y="1560600"/>
                  </a:lnTo>
                  <a:lnTo>
                    <a:pt x="2503401" y="1516189"/>
                  </a:lnTo>
                  <a:lnTo>
                    <a:pt x="2511717" y="1471347"/>
                  </a:lnTo>
                  <a:lnTo>
                    <a:pt x="2518419" y="1426115"/>
                  </a:lnTo>
                  <a:lnTo>
                    <a:pt x="2523483" y="1380533"/>
                  </a:lnTo>
                  <a:lnTo>
                    <a:pt x="2526887" y="1334642"/>
                  </a:lnTo>
                  <a:lnTo>
                    <a:pt x="2528610" y="1288482"/>
                  </a:lnTo>
                  <a:lnTo>
                    <a:pt x="2528628" y="1242094"/>
                  </a:lnTo>
                  <a:lnTo>
                    <a:pt x="2526919" y="1195518"/>
                  </a:lnTo>
                  <a:lnTo>
                    <a:pt x="2523461" y="1148796"/>
                  </a:lnTo>
                  <a:lnTo>
                    <a:pt x="2518231" y="1101966"/>
                  </a:lnTo>
                  <a:lnTo>
                    <a:pt x="2511207" y="1055071"/>
                  </a:lnTo>
                  <a:lnTo>
                    <a:pt x="2502367" y="1008150"/>
                  </a:lnTo>
                  <a:lnTo>
                    <a:pt x="2491688" y="961244"/>
                  </a:lnTo>
                  <a:lnTo>
                    <a:pt x="2479147" y="914393"/>
                  </a:lnTo>
                  <a:lnTo>
                    <a:pt x="2175438" y="1001843"/>
                  </a:lnTo>
                  <a:lnTo>
                    <a:pt x="2188072" y="1050536"/>
                  </a:lnTo>
                  <a:lnTo>
                    <a:pt x="2198063" y="1099584"/>
                  </a:lnTo>
                  <a:lnTo>
                    <a:pt x="2205426" y="1148885"/>
                  </a:lnTo>
                  <a:lnTo>
                    <a:pt x="2210174" y="1198338"/>
                  </a:lnTo>
                  <a:lnTo>
                    <a:pt x="2212321" y="1247840"/>
                  </a:lnTo>
                  <a:lnTo>
                    <a:pt x="2211882" y="1297291"/>
                  </a:lnTo>
                  <a:lnTo>
                    <a:pt x="2208872" y="1346589"/>
                  </a:lnTo>
                  <a:lnTo>
                    <a:pt x="2203304" y="1395632"/>
                  </a:lnTo>
                  <a:lnTo>
                    <a:pt x="2195192" y="1444320"/>
                  </a:lnTo>
                  <a:lnTo>
                    <a:pt x="2184551" y="1492550"/>
                  </a:lnTo>
                  <a:lnTo>
                    <a:pt x="2171395" y="1540221"/>
                  </a:lnTo>
                  <a:lnTo>
                    <a:pt x="2155738" y="1587231"/>
                  </a:lnTo>
                  <a:lnTo>
                    <a:pt x="2137594" y="1633479"/>
                  </a:lnTo>
                  <a:lnTo>
                    <a:pt x="2116978" y="1678864"/>
                  </a:lnTo>
                  <a:lnTo>
                    <a:pt x="2093903" y="1723284"/>
                  </a:lnTo>
                  <a:lnTo>
                    <a:pt x="2068385" y="1766637"/>
                  </a:lnTo>
                  <a:lnTo>
                    <a:pt x="2041483" y="1807361"/>
                  </a:lnTo>
                  <a:lnTo>
                    <a:pt x="2012862" y="1846255"/>
                  </a:lnTo>
                  <a:lnTo>
                    <a:pt x="1982603" y="1883300"/>
                  </a:lnTo>
                  <a:lnTo>
                    <a:pt x="1950790" y="1918478"/>
                  </a:lnTo>
                  <a:lnTo>
                    <a:pt x="1917503" y="1951769"/>
                  </a:lnTo>
                  <a:lnTo>
                    <a:pt x="1882825" y="1983155"/>
                  </a:lnTo>
                  <a:lnTo>
                    <a:pt x="1846838" y="2012616"/>
                  </a:lnTo>
                  <a:lnTo>
                    <a:pt x="1809625" y="2040134"/>
                  </a:lnTo>
                  <a:lnTo>
                    <a:pt x="1771266" y="2065690"/>
                  </a:lnTo>
                  <a:lnTo>
                    <a:pt x="1731845" y="2089264"/>
                  </a:lnTo>
                  <a:lnTo>
                    <a:pt x="1691443" y="2110838"/>
                  </a:lnTo>
                  <a:lnTo>
                    <a:pt x="1650143" y="2130393"/>
                  </a:lnTo>
                  <a:lnTo>
                    <a:pt x="1608026" y="2147909"/>
                  </a:lnTo>
                  <a:lnTo>
                    <a:pt x="1565175" y="2163369"/>
                  </a:lnTo>
                  <a:lnTo>
                    <a:pt x="1521672" y="2176752"/>
                  </a:lnTo>
                  <a:lnTo>
                    <a:pt x="1477599" y="2188041"/>
                  </a:lnTo>
                  <a:lnTo>
                    <a:pt x="1433037" y="2197215"/>
                  </a:lnTo>
                  <a:lnTo>
                    <a:pt x="1388070" y="2204257"/>
                  </a:lnTo>
                  <a:lnTo>
                    <a:pt x="1342779" y="2209146"/>
                  </a:lnTo>
                  <a:lnTo>
                    <a:pt x="1297246" y="2211865"/>
                  </a:lnTo>
                  <a:lnTo>
                    <a:pt x="1251553" y="2212394"/>
                  </a:lnTo>
                  <a:lnTo>
                    <a:pt x="1205783" y="2210715"/>
                  </a:lnTo>
                  <a:lnTo>
                    <a:pt x="1160017" y="2206807"/>
                  </a:lnTo>
                  <a:lnTo>
                    <a:pt x="1114338" y="2200653"/>
                  </a:lnTo>
                  <a:lnTo>
                    <a:pt x="1068827" y="2192234"/>
                  </a:lnTo>
                  <a:lnTo>
                    <a:pt x="1023568" y="2181530"/>
                  </a:lnTo>
                  <a:lnTo>
                    <a:pt x="978641" y="2168522"/>
                  </a:lnTo>
                  <a:lnTo>
                    <a:pt x="934129" y="2153192"/>
                  </a:lnTo>
                  <a:lnTo>
                    <a:pt x="890114" y="2135521"/>
                  </a:lnTo>
                  <a:lnTo>
                    <a:pt x="846678" y="2115489"/>
                  </a:lnTo>
                  <a:lnTo>
                    <a:pt x="803904" y="2093078"/>
                  </a:lnTo>
                  <a:lnTo>
                    <a:pt x="761872" y="2068268"/>
                  </a:lnTo>
                  <a:lnTo>
                    <a:pt x="721149" y="2041367"/>
                  </a:lnTo>
                  <a:lnTo>
                    <a:pt x="682255" y="2012745"/>
                  </a:lnTo>
                  <a:lnTo>
                    <a:pt x="645209" y="1982487"/>
                  </a:lnTo>
                  <a:lnTo>
                    <a:pt x="610032" y="1950673"/>
                  </a:lnTo>
                  <a:lnTo>
                    <a:pt x="576740" y="1917386"/>
                  </a:lnTo>
                  <a:lnTo>
                    <a:pt x="545355" y="1882709"/>
                  </a:lnTo>
                  <a:lnTo>
                    <a:pt x="515893" y="1846722"/>
                  </a:lnTo>
                  <a:lnTo>
                    <a:pt x="488375" y="1809508"/>
                  </a:lnTo>
                  <a:lnTo>
                    <a:pt x="462820" y="1771150"/>
                  </a:lnTo>
                  <a:lnTo>
                    <a:pt x="439246" y="1731728"/>
                  </a:lnTo>
                  <a:lnTo>
                    <a:pt x="417672" y="1691327"/>
                  </a:lnTo>
                  <a:lnTo>
                    <a:pt x="398117" y="1650026"/>
                  </a:lnTo>
                  <a:lnTo>
                    <a:pt x="380600" y="1607910"/>
                  </a:lnTo>
                  <a:lnTo>
                    <a:pt x="365141" y="1565059"/>
                  </a:lnTo>
                  <a:lnTo>
                    <a:pt x="351757" y="1521556"/>
                  </a:lnTo>
                  <a:lnTo>
                    <a:pt x="340469" y="1477482"/>
                  </a:lnTo>
                  <a:lnTo>
                    <a:pt x="331295" y="1432921"/>
                  </a:lnTo>
                  <a:lnTo>
                    <a:pt x="324253" y="1387954"/>
                  </a:lnTo>
                  <a:lnTo>
                    <a:pt x="319363" y="1342662"/>
                  </a:lnTo>
                  <a:lnTo>
                    <a:pt x="316645" y="1297129"/>
                  </a:lnTo>
                  <a:lnTo>
                    <a:pt x="316116" y="1251437"/>
                  </a:lnTo>
                  <a:lnTo>
                    <a:pt x="317795" y="1205666"/>
                  </a:lnTo>
                  <a:lnTo>
                    <a:pt x="321703" y="1159901"/>
                  </a:lnTo>
                  <a:lnTo>
                    <a:pt x="327856" y="1114221"/>
                  </a:lnTo>
                  <a:lnTo>
                    <a:pt x="336276" y="1068711"/>
                  </a:lnTo>
                  <a:lnTo>
                    <a:pt x="346980" y="1023451"/>
                  </a:lnTo>
                  <a:lnTo>
                    <a:pt x="359988" y="978524"/>
                  </a:lnTo>
                  <a:lnTo>
                    <a:pt x="375318" y="934012"/>
                  </a:lnTo>
                  <a:lnTo>
                    <a:pt x="392989" y="889997"/>
                  </a:lnTo>
                  <a:lnTo>
                    <a:pt x="413021" y="846562"/>
                  </a:lnTo>
                  <a:lnTo>
                    <a:pt x="435432" y="803787"/>
                  </a:lnTo>
                  <a:lnTo>
                    <a:pt x="460241" y="761756"/>
                  </a:lnTo>
                  <a:lnTo>
                    <a:pt x="487143" y="721032"/>
                  </a:lnTo>
                  <a:lnTo>
                    <a:pt x="515764" y="682138"/>
                  </a:lnTo>
                  <a:lnTo>
                    <a:pt x="546022" y="645093"/>
                  </a:lnTo>
                  <a:lnTo>
                    <a:pt x="577836" y="609915"/>
                  </a:lnTo>
                  <a:lnTo>
                    <a:pt x="611123" y="576624"/>
                  </a:lnTo>
                  <a:lnTo>
                    <a:pt x="645801" y="545238"/>
                  </a:lnTo>
                  <a:lnTo>
                    <a:pt x="681788" y="515777"/>
                  </a:lnTo>
                  <a:lnTo>
                    <a:pt x="719001" y="488259"/>
                  </a:lnTo>
                  <a:lnTo>
                    <a:pt x="757360" y="462704"/>
                  </a:lnTo>
                  <a:lnTo>
                    <a:pt x="796781" y="439130"/>
                  </a:lnTo>
                  <a:lnTo>
                    <a:pt x="837183" y="417556"/>
                  </a:lnTo>
                  <a:lnTo>
                    <a:pt x="878483" y="398001"/>
                  </a:lnTo>
                  <a:lnTo>
                    <a:pt x="920600" y="380484"/>
                  </a:lnTo>
                  <a:lnTo>
                    <a:pt x="963451" y="365025"/>
                  </a:lnTo>
                  <a:lnTo>
                    <a:pt x="1006954" y="351641"/>
                  </a:lnTo>
                  <a:lnTo>
                    <a:pt x="1051027" y="340353"/>
                  </a:lnTo>
                  <a:lnTo>
                    <a:pt x="1095588" y="331179"/>
                  </a:lnTo>
                  <a:lnTo>
                    <a:pt x="1140556" y="324137"/>
                  </a:lnTo>
                  <a:lnTo>
                    <a:pt x="1185847" y="319247"/>
                  </a:lnTo>
                  <a:lnTo>
                    <a:pt x="1231380" y="316528"/>
                  </a:lnTo>
                  <a:lnTo>
                    <a:pt x="1277073" y="315999"/>
                  </a:lnTo>
                  <a:lnTo>
                    <a:pt x="1322843" y="317679"/>
                  </a:lnTo>
                  <a:lnTo>
                    <a:pt x="1368609" y="321586"/>
                  </a:lnTo>
                  <a:lnTo>
                    <a:pt x="1414288" y="327740"/>
                  </a:lnTo>
                  <a:lnTo>
                    <a:pt x="1459798" y="336160"/>
                  </a:lnTo>
                  <a:lnTo>
                    <a:pt x="1505058" y="346864"/>
                  </a:lnTo>
                  <a:lnTo>
                    <a:pt x="1549985" y="359871"/>
                  </a:lnTo>
                  <a:lnTo>
                    <a:pt x="1594497" y="375201"/>
                  </a:lnTo>
                  <a:lnTo>
                    <a:pt x="1638512" y="392873"/>
                  </a:lnTo>
                  <a:lnTo>
                    <a:pt x="1681948" y="412904"/>
                  </a:lnTo>
                  <a:lnTo>
                    <a:pt x="1724722" y="435315"/>
                  </a:lnTo>
                  <a:lnTo>
                    <a:pt x="1766753" y="460124"/>
                  </a:lnTo>
                  <a:lnTo>
                    <a:pt x="1934233" y="192101"/>
                  </a:lnTo>
                  <a:lnTo>
                    <a:pt x="1890326" y="165883"/>
                  </a:lnTo>
                  <a:lnTo>
                    <a:pt x="1845575" y="141554"/>
                  </a:lnTo>
                  <a:lnTo>
                    <a:pt x="1800039" y="119122"/>
                  </a:lnTo>
                  <a:lnTo>
                    <a:pt x="1753779" y="98596"/>
                  </a:lnTo>
                  <a:lnTo>
                    <a:pt x="1706854" y="79984"/>
                  </a:lnTo>
                  <a:lnTo>
                    <a:pt x="1659325" y="63295"/>
                  </a:lnTo>
                  <a:lnTo>
                    <a:pt x="1611250" y="48537"/>
                  </a:lnTo>
                  <a:lnTo>
                    <a:pt x="1562691" y="35718"/>
                  </a:lnTo>
                  <a:lnTo>
                    <a:pt x="1513706" y="24847"/>
                  </a:lnTo>
                  <a:lnTo>
                    <a:pt x="1464356" y="15931"/>
                  </a:lnTo>
                  <a:lnTo>
                    <a:pt x="1414700" y="8981"/>
                  </a:lnTo>
                  <a:lnTo>
                    <a:pt x="1364799" y="4003"/>
                  </a:lnTo>
                  <a:lnTo>
                    <a:pt x="1314711" y="1006"/>
                  </a:lnTo>
                  <a:lnTo>
                    <a:pt x="1264498" y="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1"/>
            <p:cNvSpPr/>
            <p:nvPr/>
          </p:nvSpPr>
          <p:spPr>
            <a:xfrm>
              <a:off x="4133244" y="3175398"/>
              <a:ext cx="727710" cy="266065"/>
            </a:xfrm>
            <a:custGeom>
              <a:rect b="b" l="l" r="r" t="t"/>
              <a:pathLst>
                <a:path extrusionOk="0" h="266064" w="727710">
                  <a:moveTo>
                    <a:pt x="0" y="265900"/>
                  </a:moveTo>
                  <a:lnTo>
                    <a:pt x="670404" y="0"/>
                  </a:lnTo>
                  <a:lnTo>
                    <a:pt x="727593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1"/>
            <p:cNvSpPr/>
            <p:nvPr/>
          </p:nvSpPr>
          <p:spPr>
            <a:xfrm>
              <a:off x="2278093" y="3061972"/>
              <a:ext cx="593725" cy="1331595"/>
            </a:xfrm>
            <a:custGeom>
              <a:rect b="b" l="l" r="r" t="t"/>
              <a:pathLst>
                <a:path extrusionOk="0" h="1331595" w="593725">
                  <a:moveTo>
                    <a:pt x="593643" y="1331037"/>
                  </a:moveTo>
                  <a:lnTo>
                    <a:pt x="5667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4" name="Google Shape;524;p21"/>
          <p:cNvSpPr txBox="1"/>
          <p:nvPr/>
        </p:nvSpPr>
        <p:spPr>
          <a:xfrm>
            <a:off x="4886237" y="3056635"/>
            <a:ext cx="6705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2038, 12%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 txBox="1"/>
          <p:nvPr/>
        </p:nvSpPr>
        <p:spPr>
          <a:xfrm>
            <a:off x="1505297" y="2943859"/>
            <a:ext cx="74739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15457, 88%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 txBox="1"/>
          <p:nvPr/>
        </p:nvSpPr>
        <p:spPr>
          <a:xfrm>
            <a:off x="3177743" y="3695700"/>
            <a:ext cx="603250" cy="455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5080" rtl="0" algn="l">
              <a:lnSpc>
                <a:spcPct val="10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Identity Verified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 txBox="1"/>
          <p:nvPr/>
        </p:nvSpPr>
        <p:spPr>
          <a:xfrm>
            <a:off x="2583522" y="4310379"/>
            <a:ext cx="3155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 txBox="1"/>
          <p:nvPr/>
        </p:nvSpPr>
        <p:spPr>
          <a:xfrm>
            <a:off x="4160663" y="3191764"/>
            <a:ext cx="2921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9" name="Google Shape;529;p21"/>
          <p:cNvGraphicFramePr/>
          <p:nvPr/>
        </p:nvGraphicFramePr>
        <p:xfrm>
          <a:off x="1840751" y="54176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{E145C8C8-A39E-4A7E-B5B9-2740D2D3B551}</a:tableStyleId>
              </a:tblPr>
              <a:tblGrid>
                <a:gridCol w="830575"/>
                <a:gridCol w="1142375"/>
                <a:gridCol w="1331600"/>
              </a:tblGrid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265" marR="0" rtl="0" algn="l">
                        <a:lnSpc>
                          <a:spcPct val="11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price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100" marB="0" marR="0" marL="0"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0005" marR="0" rtl="0" algn="l">
                        <a:lnSpc>
                          <a:spcPct val="11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 per month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85100" marB="0" marR="0" marL="0">
                    <a:lnR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9525" marR="0" rtl="0" algn="l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verified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875" marB="0" marR="0" marL="0">
                    <a:lnL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1982.10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875" marB="0" marR="0" marL="0"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r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875" marB="0" marR="0" marL="0">
                    <a:lnR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925">
                <a:tc>
                  <a:txBody>
                    <a:bodyPr/>
                    <a:lstStyle/>
                    <a:p>
                      <a:pPr indent="0" lvl="0" marL="95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0" marR="0" marL="0">
                    <a:lnL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1717.31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0" marR="0" marL="0"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0" marR="0" marL="0">
                    <a:lnR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30" name="Google Shape;530;p21"/>
          <p:cNvGrpSpPr/>
          <p:nvPr/>
        </p:nvGrpSpPr>
        <p:grpSpPr>
          <a:xfrm>
            <a:off x="7580201" y="2533913"/>
            <a:ext cx="2848312" cy="2639695"/>
            <a:chOff x="7580201" y="2533913"/>
            <a:chExt cx="2848312" cy="2639695"/>
          </a:xfrm>
        </p:grpSpPr>
        <p:sp>
          <p:nvSpPr>
            <p:cNvPr id="531" name="Google Shape;531;p21"/>
            <p:cNvSpPr/>
            <p:nvPr/>
          </p:nvSpPr>
          <p:spPr>
            <a:xfrm>
              <a:off x="8050937" y="2863975"/>
              <a:ext cx="1770380" cy="1979930"/>
            </a:xfrm>
            <a:custGeom>
              <a:rect b="b" l="l" r="r" t="t"/>
              <a:pathLst>
                <a:path extrusionOk="0" h="1979929" w="1770379">
                  <a:moveTo>
                    <a:pt x="971086" y="0"/>
                  </a:moveTo>
                  <a:lnTo>
                    <a:pt x="925210" y="1951"/>
                  </a:lnTo>
                  <a:lnTo>
                    <a:pt x="879558" y="6017"/>
                  </a:lnTo>
                  <a:lnTo>
                    <a:pt x="834203" y="12179"/>
                  </a:lnTo>
                  <a:lnTo>
                    <a:pt x="789220" y="20419"/>
                  </a:lnTo>
                  <a:lnTo>
                    <a:pt x="744683" y="30717"/>
                  </a:lnTo>
                  <a:lnTo>
                    <a:pt x="700668" y="43054"/>
                  </a:lnTo>
                  <a:lnTo>
                    <a:pt x="657249" y="57411"/>
                  </a:lnTo>
                  <a:lnTo>
                    <a:pt x="614500" y="73769"/>
                  </a:lnTo>
                  <a:lnTo>
                    <a:pt x="572496" y="92108"/>
                  </a:lnTo>
                  <a:lnTo>
                    <a:pt x="531311" y="112411"/>
                  </a:lnTo>
                  <a:lnTo>
                    <a:pt x="491019" y="134657"/>
                  </a:lnTo>
                  <a:lnTo>
                    <a:pt x="451696" y="158829"/>
                  </a:lnTo>
                  <a:lnTo>
                    <a:pt x="413416" y="184906"/>
                  </a:lnTo>
                  <a:lnTo>
                    <a:pt x="376252" y="212870"/>
                  </a:lnTo>
                  <a:lnTo>
                    <a:pt x="340281" y="242701"/>
                  </a:lnTo>
                  <a:lnTo>
                    <a:pt x="305576" y="274381"/>
                  </a:lnTo>
                  <a:lnTo>
                    <a:pt x="272211" y="307891"/>
                  </a:lnTo>
                  <a:lnTo>
                    <a:pt x="240262" y="343211"/>
                  </a:lnTo>
                  <a:lnTo>
                    <a:pt x="209803" y="380323"/>
                  </a:lnTo>
                  <a:lnTo>
                    <a:pt x="181176" y="418818"/>
                  </a:lnTo>
                  <a:lnTo>
                    <a:pt x="154683" y="458233"/>
                  </a:lnTo>
                  <a:lnTo>
                    <a:pt x="130315" y="498496"/>
                  </a:lnTo>
                  <a:lnTo>
                    <a:pt x="108064" y="539532"/>
                  </a:lnTo>
                  <a:lnTo>
                    <a:pt x="87921" y="581271"/>
                  </a:lnTo>
                  <a:lnTo>
                    <a:pt x="69877" y="623638"/>
                  </a:lnTo>
                  <a:lnTo>
                    <a:pt x="53922" y="666562"/>
                  </a:lnTo>
                  <a:lnTo>
                    <a:pt x="40048" y="709969"/>
                  </a:lnTo>
                  <a:lnTo>
                    <a:pt x="28245" y="753786"/>
                  </a:lnTo>
                  <a:lnTo>
                    <a:pt x="18506" y="797941"/>
                  </a:lnTo>
                  <a:lnTo>
                    <a:pt x="10821" y="842361"/>
                  </a:lnTo>
                  <a:lnTo>
                    <a:pt x="5181" y="886974"/>
                  </a:lnTo>
                  <a:lnTo>
                    <a:pt x="1576" y="931705"/>
                  </a:lnTo>
                  <a:lnTo>
                    <a:pt x="0" y="976484"/>
                  </a:lnTo>
                  <a:lnTo>
                    <a:pt x="441" y="1021236"/>
                  </a:lnTo>
                  <a:lnTo>
                    <a:pt x="2891" y="1065889"/>
                  </a:lnTo>
                  <a:lnTo>
                    <a:pt x="7342" y="1110371"/>
                  </a:lnTo>
                  <a:lnTo>
                    <a:pt x="13785" y="1154608"/>
                  </a:lnTo>
                  <a:lnTo>
                    <a:pt x="22209" y="1198527"/>
                  </a:lnTo>
                  <a:lnTo>
                    <a:pt x="32608" y="1242057"/>
                  </a:lnTo>
                  <a:lnTo>
                    <a:pt x="44971" y="1285123"/>
                  </a:lnTo>
                  <a:lnTo>
                    <a:pt x="59290" y="1327655"/>
                  </a:lnTo>
                  <a:lnTo>
                    <a:pt x="75555" y="1369577"/>
                  </a:lnTo>
                  <a:lnTo>
                    <a:pt x="93758" y="1410819"/>
                  </a:lnTo>
                  <a:lnTo>
                    <a:pt x="113890" y="1451306"/>
                  </a:lnTo>
                  <a:lnTo>
                    <a:pt x="135942" y="1490967"/>
                  </a:lnTo>
                  <a:lnTo>
                    <a:pt x="159905" y="1529728"/>
                  </a:lnTo>
                  <a:lnTo>
                    <a:pt x="185770" y="1567516"/>
                  </a:lnTo>
                  <a:lnTo>
                    <a:pt x="213528" y="1604260"/>
                  </a:lnTo>
                  <a:lnTo>
                    <a:pt x="243171" y="1639886"/>
                  </a:lnTo>
                  <a:lnTo>
                    <a:pt x="274688" y="1674321"/>
                  </a:lnTo>
                  <a:lnTo>
                    <a:pt x="308072" y="1707492"/>
                  </a:lnTo>
                  <a:lnTo>
                    <a:pt x="343314" y="1739327"/>
                  </a:lnTo>
                  <a:lnTo>
                    <a:pt x="380403" y="1769753"/>
                  </a:lnTo>
                  <a:lnTo>
                    <a:pt x="418898" y="1798381"/>
                  </a:lnTo>
                  <a:lnTo>
                    <a:pt x="458314" y="1824874"/>
                  </a:lnTo>
                  <a:lnTo>
                    <a:pt x="498576" y="1849241"/>
                  </a:lnTo>
                  <a:lnTo>
                    <a:pt x="539613" y="1871492"/>
                  </a:lnTo>
                  <a:lnTo>
                    <a:pt x="581352" y="1891635"/>
                  </a:lnTo>
                  <a:lnTo>
                    <a:pt x="623719" y="1909680"/>
                  </a:lnTo>
                  <a:lnTo>
                    <a:pt x="666643" y="1925635"/>
                  </a:lnTo>
                  <a:lnTo>
                    <a:pt x="710050" y="1939509"/>
                  </a:lnTo>
                  <a:lnTo>
                    <a:pt x="753867" y="1951311"/>
                  </a:lnTo>
                  <a:lnTo>
                    <a:pt x="798023" y="1961050"/>
                  </a:lnTo>
                  <a:lnTo>
                    <a:pt x="842443" y="1968736"/>
                  </a:lnTo>
                  <a:lnTo>
                    <a:pt x="887055" y="1974376"/>
                  </a:lnTo>
                  <a:lnTo>
                    <a:pt x="931787" y="1977980"/>
                  </a:lnTo>
                  <a:lnTo>
                    <a:pt x="976565" y="1979557"/>
                  </a:lnTo>
                  <a:lnTo>
                    <a:pt x="1021317" y="1979116"/>
                  </a:lnTo>
                  <a:lnTo>
                    <a:pt x="1065971" y="1976665"/>
                  </a:lnTo>
                  <a:lnTo>
                    <a:pt x="1110452" y="1972215"/>
                  </a:lnTo>
                  <a:lnTo>
                    <a:pt x="1154689" y="1965772"/>
                  </a:lnTo>
                  <a:lnTo>
                    <a:pt x="1198609" y="1957347"/>
                  </a:lnTo>
                  <a:lnTo>
                    <a:pt x="1242138" y="1946949"/>
                  </a:lnTo>
                  <a:lnTo>
                    <a:pt x="1285205" y="1934586"/>
                  </a:lnTo>
                  <a:lnTo>
                    <a:pt x="1327736" y="1920267"/>
                  </a:lnTo>
                  <a:lnTo>
                    <a:pt x="1369659" y="1904002"/>
                  </a:lnTo>
                  <a:lnTo>
                    <a:pt x="1410900" y="1885799"/>
                  </a:lnTo>
                  <a:lnTo>
                    <a:pt x="1451388" y="1865667"/>
                  </a:lnTo>
                  <a:lnTo>
                    <a:pt x="1491048" y="1843615"/>
                  </a:lnTo>
                  <a:lnTo>
                    <a:pt x="1529809" y="1819652"/>
                  </a:lnTo>
                  <a:lnTo>
                    <a:pt x="1567598" y="1793786"/>
                  </a:lnTo>
                  <a:lnTo>
                    <a:pt x="1604342" y="1766028"/>
                  </a:lnTo>
                  <a:lnTo>
                    <a:pt x="1639967" y="1736386"/>
                  </a:lnTo>
                  <a:lnTo>
                    <a:pt x="1674402" y="1704868"/>
                  </a:lnTo>
                  <a:lnTo>
                    <a:pt x="1707574" y="1671484"/>
                  </a:lnTo>
                  <a:lnTo>
                    <a:pt x="1739409" y="1636243"/>
                  </a:lnTo>
                  <a:lnTo>
                    <a:pt x="1769835" y="1599153"/>
                  </a:lnTo>
                  <a:lnTo>
                    <a:pt x="1509838" y="1396024"/>
                  </a:lnTo>
                  <a:lnTo>
                    <a:pt x="1477818" y="1433996"/>
                  </a:lnTo>
                  <a:lnTo>
                    <a:pt x="1443461" y="1469060"/>
                  </a:lnTo>
                  <a:lnTo>
                    <a:pt x="1406954" y="1501170"/>
                  </a:lnTo>
                  <a:lnTo>
                    <a:pt x="1368485" y="1530277"/>
                  </a:lnTo>
                  <a:lnTo>
                    <a:pt x="1328240" y="1556333"/>
                  </a:lnTo>
                  <a:lnTo>
                    <a:pt x="1286407" y="1579291"/>
                  </a:lnTo>
                  <a:lnTo>
                    <a:pt x="1243172" y="1599104"/>
                  </a:lnTo>
                  <a:lnTo>
                    <a:pt x="1198722" y="1615722"/>
                  </a:lnTo>
                  <a:lnTo>
                    <a:pt x="1153244" y="1629099"/>
                  </a:lnTo>
                  <a:lnTo>
                    <a:pt x="1106926" y="1639186"/>
                  </a:lnTo>
                  <a:lnTo>
                    <a:pt x="1059953" y="1645936"/>
                  </a:lnTo>
                  <a:lnTo>
                    <a:pt x="1012514" y="1649301"/>
                  </a:lnTo>
                  <a:lnTo>
                    <a:pt x="964795" y="1649234"/>
                  </a:lnTo>
                  <a:lnTo>
                    <a:pt x="916983" y="1645685"/>
                  </a:lnTo>
                  <a:lnTo>
                    <a:pt x="869265" y="1638609"/>
                  </a:lnTo>
                  <a:lnTo>
                    <a:pt x="821828" y="1627956"/>
                  </a:lnTo>
                  <a:lnTo>
                    <a:pt x="774859" y="1613679"/>
                  </a:lnTo>
                  <a:lnTo>
                    <a:pt x="728544" y="1595730"/>
                  </a:lnTo>
                  <a:lnTo>
                    <a:pt x="685923" y="1575550"/>
                  </a:lnTo>
                  <a:lnTo>
                    <a:pt x="645406" y="1552749"/>
                  </a:lnTo>
                  <a:lnTo>
                    <a:pt x="607050" y="1527474"/>
                  </a:lnTo>
                  <a:lnTo>
                    <a:pt x="570915" y="1499872"/>
                  </a:lnTo>
                  <a:lnTo>
                    <a:pt x="537059" y="1470089"/>
                  </a:lnTo>
                  <a:lnTo>
                    <a:pt x="505540" y="1438273"/>
                  </a:lnTo>
                  <a:lnTo>
                    <a:pt x="476417" y="1404570"/>
                  </a:lnTo>
                  <a:lnTo>
                    <a:pt x="449747" y="1369127"/>
                  </a:lnTo>
                  <a:lnTo>
                    <a:pt x="425589" y="1332091"/>
                  </a:lnTo>
                  <a:lnTo>
                    <a:pt x="404002" y="1293608"/>
                  </a:lnTo>
                  <a:lnTo>
                    <a:pt x="385044" y="1253825"/>
                  </a:lnTo>
                  <a:lnTo>
                    <a:pt x="368773" y="1212889"/>
                  </a:lnTo>
                  <a:lnTo>
                    <a:pt x="355247" y="1170947"/>
                  </a:lnTo>
                  <a:lnTo>
                    <a:pt x="344525" y="1128146"/>
                  </a:lnTo>
                  <a:lnTo>
                    <a:pt x="336666" y="1084631"/>
                  </a:lnTo>
                  <a:lnTo>
                    <a:pt x="331727" y="1040551"/>
                  </a:lnTo>
                  <a:lnTo>
                    <a:pt x="329766" y="996051"/>
                  </a:lnTo>
                  <a:lnTo>
                    <a:pt x="330843" y="951279"/>
                  </a:lnTo>
                  <a:lnTo>
                    <a:pt x="335015" y="906381"/>
                  </a:lnTo>
                  <a:lnTo>
                    <a:pt x="342341" y="861504"/>
                  </a:lnTo>
                  <a:lnTo>
                    <a:pt x="352880" y="816795"/>
                  </a:lnTo>
                  <a:lnTo>
                    <a:pt x="366688" y="772400"/>
                  </a:lnTo>
                  <a:lnTo>
                    <a:pt x="383826" y="728467"/>
                  </a:lnTo>
                  <a:lnTo>
                    <a:pt x="404006" y="685845"/>
                  </a:lnTo>
                  <a:lnTo>
                    <a:pt x="426808" y="645327"/>
                  </a:lnTo>
                  <a:lnTo>
                    <a:pt x="452083" y="606972"/>
                  </a:lnTo>
                  <a:lnTo>
                    <a:pt x="479685" y="570837"/>
                  </a:lnTo>
                  <a:lnTo>
                    <a:pt x="509468" y="536981"/>
                  </a:lnTo>
                  <a:lnTo>
                    <a:pt x="541284" y="505462"/>
                  </a:lnTo>
                  <a:lnTo>
                    <a:pt x="574987" y="476338"/>
                  </a:lnTo>
                  <a:lnTo>
                    <a:pt x="610430" y="449668"/>
                  </a:lnTo>
                  <a:lnTo>
                    <a:pt x="647466" y="425511"/>
                  </a:lnTo>
                  <a:lnTo>
                    <a:pt x="685949" y="403924"/>
                  </a:lnTo>
                  <a:lnTo>
                    <a:pt x="725732" y="384965"/>
                  </a:lnTo>
                  <a:lnTo>
                    <a:pt x="766667" y="368694"/>
                  </a:lnTo>
                  <a:lnTo>
                    <a:pt x="808610" y="355169"/>
                  </a:lnTo>
                  <a:lnTo>
                    <a:pt x="851411" y="344447"/>
                  </a:lnTo>
                  <a:lnTo>
                    <a:pt x="894925" y="336587"/>
                  </a:lnTo>
                  <a:lnTo>
                    <a:pt x="939006" y="331648"/>
                  </a:lnTo>
                  <a:lnTo>
                    <a:pt x="983506" y="329688"/>
                  </a:lnTo>
                  <a:lnTo>
                    <a:pt x="1028278" y="330764"/>
                  </a:lnTo>
                  <a:lnTo>
                    <a:pt x="1073176" y="334936"/>
                  </a:lnTo>
                  <a:lnTo>
                    <a:pt x="1118053" y="342262"/>
                  </a:lnTo>
                  <a:lnTo>
                    <a:pt x="1162762" y="352801"/>
                  </a:lnTo>
                  <a:lnTo>
                    <a:pt x="1207156" y="366609"/>
                  </a:lnTo>
                  <a:lnTo>
                    <a:pt x="1251090" y="383747"/>
                  </a:lnTo>
                  <a:lnTo>
                    <a:pt x="1381721" y="80768"/>
                  </a:lnTo>
                  <a:lnTo>
                    <a:pt x="1337189" y="62825"/>
                  </a:lnTo>
                  <a:lnTo>
                    <a:pt x="1292209" y="47168"/>
                  </a:lnTo>
                  <a:lnTo>
                    <a:pt x="1246857" y="33779"/>
                  </a:lnTo>
                  <a:lnTo>
                    <a:pt x="1201207" y="22639"/>
                  </a:lnTo>
                  <a:lnTo>
                    <a:pt x="1155332" y="13728"/>
                  </a:lnTo>
                  <a:lnTo>
                    <a:pt x="1109309" y="7028"/>
                  </a:lnTo>
                  <a:lnTo>
                    <a:pt x="1063210" y="2519"/>
                  </a:lnTo>
                  <a:lnTo>
                    <a:pt x="1017111" y="183"/>
                  </a:lnTo>
                  <a:lnTo>
                    <a:pt x="971086" y="0"/>
                  </a:lnTo>
                  <a:close/>
                </a:path>
              </a:pathLst>
            </a:custGeom>
            <a:solidFill>
              <a:srgbClr val="27CE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1"/>
            <p:cNvSpPr/>
            <p:nvPr/>
          </p:nvSpPr>
          <p:spPr>
            <a:xfrm>
              <a:off x="9302029" y="2944745"/>
              <a:ext cx="728980" cy="1267460"/>
            </a:xfrm>
            <a:custGeom>
              <a:rect b="b" l="l" r="r" t="t"/>
              <a:pathLst>
                <a:path extrusionOk="0" h="1267460" w="728979">
                  <a:moveTo>
                    <a:pt x="130628" y="0"/>
                  </a:moveTo>
                  <a:lnTo>
                    <a:pt x="0" y="302978"/>
                  </a:lnTo>
                  <a:lnTo>
                    <a:pt x="43389" y="323560"/>
                  </a:lnTo>
                  <a:lnTo>
                    <a:pt x="84612" y="346872"/>
                  </a:lnTo>
                  <a:lnTo>
                    <a:pt x="123602" y="372758"/>
                  </a:lnTo>
                  <a:lnTo>
                    <a:pt x="160295" y="401064"/>
                  </a:lnTo>
                  <a:lnTo>
                    <a:pt x="194626" y="431635"/>
                  </a:lnTo>
                  <a:lnTo>
                    <a:pt x="226531" y="464316"/>
                  </a:lnTo>
                  <a:lnTo>
                    <a:pt x="255943" y="498951"/>
                  </a:lnTo>
                  <a:lnTo>
                    <a:pt x="282798" y="535387"/>
                  </a:lnTo>
                  <a:lnTo>
                    <a:pt x="307032" y="573467"/>
                  </a:lnTo>
                  <a:lnTo>
                    <a:pt x="328579" y="613038"/>
                  </a:lnTo>
                  <a:lnTo>
                    <a:pt x="347374" y="653944"/>
                  </a:lnTo>
                  <a:lnTo>
                    <a:pt x="363353" y="696030"/>
                  </a:lnTo>
                  <a:lnTo>
                    <a:pt x="376450" y="739141"/>
                  </a:lnTo>
                  <a:lnTo>
                    <a:pt x="386601" y="783122"/>
                  </a:lnTo>
                  <a:lnTo>
                    <a:pt x="393740" y="827819"/>
                  </a:lnTo>
                  <a:lnTo>
                    <a:pt x="397804" y="873076"/>
                  </a:lnTo>
                  <a:lnTo>
                    <a:pt x="398726" y="918738"/>
                  </a:lnTo>
                  <a:lnTo>
                    <a:pt x="396442" y="964651"/>
                  </a:lnTo>
                  <a:lnTo>
                    <a:pt x="390887" y="1010659"/>
                  </a:lnTo>
                  <a:lnTo>
                    <a:pt x="381996" y="1056608"/>
                  </a:lnTo>
                  <a:lnTo>
                    <a:pt x="369704" y="1102342"/>
                  </a:lnTo>
                  <a:lnTo>
                    <a:pt x="353946" y="1147707"/>
                  </a:lnTo>
                  <a:lnTo>
                    <a:pt x="661537" y="1267070"/>
                  </a:lnTo>
                  <a:lnTo>
                    <a:pt x="677877" y="1221779"/>
                  </a:lnTo>
                  <a:lnTo>
                    <a:pt x="691892" y="1176207"/>
                  </a:lnTo>
                  <a:lnTo>
                    <a:pt x="703611" y="1130423"/>
                  </a:lnTo>
                  <a:lnTo>
                    <a:pt x="713063" y="1084497"/>
                  </a:lnTo>
                  <a:lnTo>
                    <a:pt x="720276" y="1038496"/>
                  </a:lnTo>
                  <a:lnTo>
                    <a:pt x="725280" y="992490"/>
                  </a:lnTo>
                  <a:lnTo>
                    <a:pt x="728103" y="946548"/>
                  </a:lnTo>
                  <a:lnTo>
                    <a:pt x="728774" y="900739"/>
                  </a:lnTo>
                  <a:lnTo>
                    <a:pt x="727323" y="855130"/>
                  </a:lnTo>
                  <a:lnTo>
                    <a:pt x="723777" y="809792"/>
                  </a:lnTo>
                  <a:lnTo>
                    <a:pt x="718166" y="764793"/>
                  </a:lnTo>
                  <a:lnTo>
                    <a:pt x="710519" y="720202"/>
                  </a:lnTo>
                  <a:lnTo>
                    <a:pt x="700864" y="676088"/>
                  </a:lnTo>
                  <a:lnTo>
                    <a:pt x="689231" y="632520"/>
                  </a:lnTo>
                  <a:lnTo>
                    <a:pt x="675647" y="589566"/>
                  </a:lnTo>
                  <a:lnTo>
                    <a:pt x="660143" y="547296"/>
                  </a:lnTo>
                  <a:lnTo>
                    <a:pt x="642747" y="505778"/>
                  </a:lnTo>
                  <a:lnTo>
                    <a:pt x="623487" y="465081"/>
                  </a:lnTo>
                  <a:lnTo>
                    <a:pt x="602394" y="425274"/>
                  </a:lnTo>
                  <a:lnTo>
                    <a:pt x="579494" y="386426"/>
                  </a:lnTo>
                  <a:lnTo>
                    <a:pt x="554818" y="348606"/>
                  </a:lnTo>
                  <a:lnTo>
                    <a:pt x="528394" y="311882"/>
                  </a:lnTo>
                  <a:lnTo>
                    <a:pt x="500251" y="276325"/>
                  </a:lnTo>
                  <a:lnTo>
                    <a:pt x="470418" y="242001"/>
                  </a:lnTo>
                  <a:lnTo>
                    <a:pt x="438924" y="208981"/>
                  </a:lnTo>
                  <a:lnTo>
                    <a:pt x="405798" y="177333"/>
                  </a:lnTo>
                  <a:lnTo>
                    <a:pt x="371067" y="147125"/>
                  </a:lnTo>
                  <a:lnTo>
                    <a:pt x="334762" y="118428"/>
                  </a:lnTo>
                  <a:lnTo>
                    <a:pt x="296912" y="91309"/>
                  </a:lnTo>
                  <a:lnTo>
                    <a:pt x="257544" y="65838"/>
                  </a:lnTo>
                  <a:lnTo>
                    <a:pt x="216688" y="42084"/>
                  </a:lnTo>
                  <a:lnTo>
                    <a:pt x="174373" y="20115"/>
                  </a:lnTo>
                  <a:lnTo>
                    <a:pt x="130628" y="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1"/>
            <p:cNvSpPr/>
            <p:nvPr/>
          </p:nvSpPr>
          <p:spPr>
            <a:xfrm>
              <a:off x="9560776" y="4092451"/>
              <a:ext cx="403225" cy="370840"/>
            </a:xfrm>
            <a:custGeom>
              <a:rect b="b" l="l" r="r" t="t"/>
              <a:pathLst>
                <a:path extrusionOk="0" h="370839" w="403225">
                  <a:moveTo>
                    <a:pt x="95197" y="0"/>
                  </a:moveTo>
                  <a:lnTo>
                    <a:pt x="76057" y="44422"/>
                  </a:lnTo>
                  <a:lnTo>
                    <a:pt x="53747" y="87267"/>
                  </a:lnTo>
                  <a:lnTo>
                    <a:pt x="28362" y="128365"/>
                  </a:lnTo>
                  <a:lnTo>
                    <a:pt x="0" y="167547"/>
                  </a:lnTo>
                  <a:lnTo>
                    <a:pt x="259996" y="370678"/>
                  </a:lnTo>
                  <a:lnTo>
                    <a:pt x="288848" y="331829"/>
                  </a:lnTo>
                  <a:lnTo>
                    <a:pt x="315735" y="291665"/>
                  </a:lnTo>
                  <a:lnTo>
                    <a:pt x="340616" y="250261"/>
                  </a:lnTo>
                  <a:lnTo>
                    <a:pt x="363447" y="207692"/>
                  </a:lnTo>
                  <a:lnTo>
                    <a:pt x="384185" y="164034"/>
                  </a:lnTo>
                  <a:lnTo>
                    <a:pt x="402789" y="119362"/>
                  </a:lnTo>
                  <a:lnTo>
                    <a:pt x="9519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1"/>
            <p:cNvSpPr/>
            <p:nvPr/>
          </p:nvSpPr>
          <p:spPr>
            <a:xfrm>
              <a:off x="7720900" y="2533913"/>
              <a:ext cx="2360295" cy="2639695"/>
            </a:xfrm>
            <a:custGeom>
              <a:rect b="b" l="l" r="r" t="t"/>
              <a:pathLst>
                <a:path extrusionOk="0" h="2639695" w="2360295">
                  <a:moveTo>
                    <a:pt x="1336329" y="0"/>
                  </a:moveTo>
                  <a:lnTo>
                    <a:pt x="1289912" y="253"/>
                  </a:lnTo>
                  <a:lnTo>
                    <a:pt x="1243614" y="2135"/>
                  </a:lnTo>
                  <a:lnTo>
                    <a:pt x="1197477" y="5635"/>
                  </a:lnTo>
                  <a:lnTo>
                    <a:pt x="1151544" y="10741"/>
                  </a:lnTo>
                  <a:lnTo>
                    <a:pt x="1105859" y="17442"/>
                  </a:lnTo>
                  <a:lnTo>
                    <a:pt x="1060464" y="25728"/>
                  </a:lnTo>
                  <a:lnTo>
                    <a:pt x="1015402" y="35588"/>
                  </a:lnTo>
                  <a:lnTo>
                    <a:pt x="970717" y="47010"/>
                  </a:lnTo>
                  <a:lnTo>
                    <a:pt x="926451" y="59983"/>
                  </a:lnTo>
                  <a:lnTo>
                    <a:pt x="882648" y="74497"/>
                  </a:lnTo>
                  <a:lnTo>
                    <a:pt x="839350" y="90541"/>
                  </a:lnTo>
                  <a:lnTo>
                    <a:pt x="796602" y="108103"/>
                  </a:lnTo>
                  <a:lnTo>
                    <a:pt x="754444" y="127172"/>
                  </a:lnTo>
                  <a:lnTo>
                    <a:pt x="712922" y="147738"/>
                  </a:lnTo>
                  <a:lnTo>
                    <a:pt x="672077" y="169789"/>
                  </a:lnTo>
                  <a:lnTo>
                    <a:pt x="631954" y="193315"/>
                  </a:lnTo>
                  <a:lnTo>
                    <a:pt x="592594" y="218304"/>
                  </a:lnTo>
                  <a:lnTo>
                    <a:pt x="554041" y="244746"/>
                  </a:lnTo>
                  <a:lnTo>
                    <a:pt x="516338" y="272629"/>
                  </a:lnTo>
                  <a:lnTo>
                    <a:pt x="479528" y="301942"/>
                  </a:lnTo>
                  <a:lnTo>
                    <a:pt x="443655" y="332675"/>
                  </a:lnTo>
                  <a:lnTo>
                    <a:pt x="408760" y="364816"/>
                  </a:lnTo>
                  <a:lnTo>
                    <a:pt x="374888" y="398355"/>
                  </a:lnTo>
                  <a:lnTo>
                    <a:pt x="342081" y="433280"/>
                  </a:lnTo>
                  <a:lnTo>
                    <a:pt x="310382" y="469581"/>
                  </a:lnTo>
                  <a:lnTo>
                    <a:pt x="279835" y="507245"/>
                  </a:lnTo>
                  <a:lnTo>
                    <a:pt x="250732" y="545909"/>
                  </a:lnTo>
                  <a:lnTo>
                    <a:pt x="223256" y="585286"/>
                  </a:lnTo>
                  <a:lnTo>
                    <a:pt x="197401" y="625335"/>
                  </a:lnTo>
                  <a:lnTo>
                    <a:pt x="173162" y="666014"/>
                  </a:lnTo>
                  <a:lnTo>
                    <a:pt x="150534" y="707282"/>
                  </a:lnTo>
                  <a:lnTo>
                    <a:pt x="129511" y="749096"/>
                  </a:lnTo>
                  <a:lnTo>
                    <a:pt x="110089" y="791414"/>
                  </a:lnTo>
                  <a:lnTo>
                    <a:pt x="92263" y="834195"/>
                  </a:lnTo>
                  <a:lnTo>
                    <a:pt x="76026" y="877397"/>
                  </a:lnTo>
                  <a:lnTo>
                    <a:pt x="61375" y="920978"/>
                  </a:lnTo>
                  <a:lnTo>
                    <a:pt x="48304" y="964896"/>
                  </a:lnTo>
                  <a:lnTo>
                    <a:pt x="36808" y="1009109"/>
                  </a:lnTo>
                  <a:lnTo>
                    <a:pt x="26881" y="1053576"/>
                  </a:lnTo>
                  <a:lnTo>
                    <a:pt x="18520" y="1098254"/>
                  </a:lnTo>
                  <a:lnTo>
                    <a:pt x="11717" y="1143102"/>
                  </a:lnTo>
                  <a:lnTo>
                    <a:pt x="6469" y="1188077"/>
                  </a:lnTo>
                  <a:lnTo>
                    <a:pt x="2770" y="1233139"/>
                  </a:lnTo>
                  <a:lnTo>
                    <a:pt x="615" y="1278245"/>
                  </a:lnTo>
                  <a:lnTo>
                    <a:pt x="0" y="1323352"/>
                  </a:lnTo>
                  <a:lnTo>
                    <a:pt x="917" y="1368421"/>
                  </a:lnTo>
                  <a:lnTo>
                    <a:pt x="3364" y="1413408"/>
                  </a:lnTo>
                  <a:lnTo>
                    <a:pt x="7334" y="1458271"/>
                  </a:lnTo>
                  <a:lnTo>
                    <a:pt x="12822" y="1502969"/>
                  </a:lnTo>
                  <a:lnTo>
                    <a:pt x="19823" y="1547461"/>
                  </a:lnTo>
                  <a:lnTo>
                    <a:pt x="28333" y="1591703"/>
                  </a:lnTo>
                  <a:lnTo>
                    <a:pt x="38346" y="1635655"/>
                  </a:lnTo>
                  <a:lnTo>
                    <a:pt x="49856" y="1679274"/>
                  </a:lnTo>
                  <a:lnTo>
                    <a:pt x="62859" y="1722518"/>
                  </a:lnTo>
                  <a:lnTo>
                    <a:pt x="77349" y="1765346"/>
                  </a:lnTo>
                  <a:lnTo>
                    <a:pt x="93322" y="1807716"/>
                  </a:lnTo>
                  <a:lnTo>
                    <a:pt x="110772" y="1849586"/>
                  </a:lnTo>
                  <a:lnTo>
                    <a:pt x="129694" y="1890914"/>
                  </a:lnTo>
                  <a:lnTo>
                    <a:pt x="150083" y="1931659"/>
                  </a:lnTo>
                  <a:lnTo>
                    <a:pt x="171934" y="1971777"/>
                  </a:lnTo>
                  <a:lnTo>
                    <a:pt x="195242" y="2011228"/>
                  </a:lnTo>
                  <a:lnTo>
                    <a:pt x="220001" y="2049970"/>
                  </a:lnTo>
                  <a:lnTo>
                    <a:pt x="246206" y="2087961"/>
                  </a:lnTo>
                  <a:lnTo>
                    <a:pt x="273853" y="2125159"/>
                  </a:lnTo>
                  <a:lnTo>
                    <a:pt x="302936" y="2161521"/>
                  </a:lnTo>
                  <a:lnTo>
                    <a:pt x="333450" y="2197007"/>
                  </a:lnTo>
                  <a:lnTo>
                    <a:pt x="365389" y="2231575"/>
                  </a:lnTo>
                  <a:lnTo>
                    <a:pt x="398750" y="2265182"/>
                  </a:lnTo>
                  <a:lnTo>
                    <a:pt x="433525" y="2297786"/>
                  </a:lnTo>
                  <a:lnTo>
                    <a:pt x="469712" y="2329347"/>
                  </a:lnTo>
                  <a:lnTo>
                    <a:pt x="507303" y="2359821"/>
                  </a:lnTo>
                  <a:lnTo>
                    <a:pt x="545967" y="2388924"/>
                  </a:lnTo>
                  <a:lnTo>
                    <a:pt x="585344" y="2416400"/>
                  </a:lnTo>
                  <a:lnTo>
                    <a:pt x="625393" y="2442255"/>
                  </a:lnTo>
                  <a:lnTo>
                    <a:pt x="666072" y="2466494"/>
                  </a:lnTo>
                  <a:lnTo>
                    <a:pt x="707340" y="2489123"/>
                  </a:lnTo>
                  <a:lnTo>
                    <a:pt x="749154" y="2510145"/>
                  </a:lnTo>
                  <a:lnTo>
                    <a:pt x="791472" y="2529568"/>
                  </a:lnTo>
                  <a:lnTo>
                    <a:pt x="834253" y="2547394"/>
                  </a:lnTo>
                  <a:lnTo>
                    <a:pt x="877455" y="2563630"/>
                  </a:lnTo>
                  <a:lnTo>
                    <a:pt x="921036" y="2578282"/>
                  </a:lnTo>
                  <a:lnTo>
                    <a:pt x="964954" y="2591353"/>
                  </a:lnTo>
                  <a:lnTo>
                    <a:pt x="1009167" y="2602849"/>
                  </a:lnTo>
                  <a:lnTo>
                    <a:pt x="1053634" y="2612775"/>
                  </a:lnTo>
                  <a:lnTo>
                    <a:pt x="1098312" y="2621137"/>
                  </a:lnTo>
                  <a:lnTo>
                    <a:pt x="1143160" y="2627940"/>
                  </a:lnTo>
                  <a:lnTo>
                    <a:pt x="1188135" y="2633188"/>
                  </a:lnTo>
                  <a:lnTo>
                    <a:pt x="1233197" y="2636887"/>
                  </a:lnTo>
                  <a:lnTo>
                    <a:pt x="1278303" y="2639042"/>
                  </a:lnTo>
                  <a:lnTo>
                    <a:pt x="1323410" y="2639658"/>
                  </a:lnTo>
                  <a:lnTo>
                    <a:pt x="1368479" y="2638740"/>
                  </a:lnTo>
                  <a:lnTo>
                    <a:pt x="1413466" y="2636293"/>
                  </a:lnTo>
                  <a:lnTo>
                    <a:pt x="1458329" y="2632323"/>
                  </a:lnTo>
                  <a:lnTo>
                    <a:pt x="1503027" y="2626835"/>
                  </a:lnTo>
                  <a:lnTo>
                    <a:pt x="1547519" y="2619834"/>
                  </a:lnTo>
                  <a:lnTo>
                    <a:pt x="1591761" y="2611324"/>
                  </a:lnTo>
                  <a:lnTo>
                    <a:pt x="1635713" y="2601312"/>
                  </a:lnTo>
                  <a:lnTo>
                    <a:pt x="1679331" y="2589801"/>
                  </a:lnTo>
                  <a:lnTo>
                    <a:pt x="1722576" y="2576799"/>
                  </a:lnTo>
                  <a:lnTo>
                    <a:pt x="1765404" y="2562308"/>
                  </a:lnTo>
                  <a:lnTo>
                    <a:pt x="1807774" y="2546335"/>
                  </a:lnTo>
                  <a:lnTo>
                    <a:pt x="1849644" y="2528885"/>
                  </a:lnTo>
                  <a:lnTo>
                    <a:pt x="1890972" y="2509963"/>
                  </a:lnTo>
                  <a:lnTo>
                    <a:pt x="1931716" y="2489574"/>
                  </a:lnTo>
                  <a:lnTo>
                    <a:pt x="1971835" y="2467723"/>
                  </a:lnTo>
                  <a:lnTo>
                    <a:pt x="2011286" y="2444416"/>
                  </a:lnTo>
                  <a:lnTo>
                    <a:pt x="2050028" y="2419657"/>
                  </a:lnTo>
                  <a:lnTo>
                    <a:pt x="2088019" y="2393451"/>
                  </a:lnTo>
                  <a:lnTo>
                    <a:pt x="2125217" y="2365804"/>
                  </a:lnTo>
                  <a:lnTo>
                    <a:pt x="2161579" y="2336722"/>
                  </a:lnTo>
                  <a:lnTo>
                    <a:pt x="2197065" y="2306208"/>
                  </a:lnTo>
                  <a:lnTo>
                    <a:pt x="2231633" y="2274268"/>
                  </a:lnTo>
                  <a:lnTo>
                    <a:pt x="2265240" y="2240908"/>
                  </a:lnTo>
                  <a:lnTo>
                    <a:pt x="2297844" y="2206132"/>
                  </a:lnTo>
                  <a:lnTo>
                    <a:pt x="2329405" y="2169946"/>
                  </a:lnTo>
                  <a:lnTo>
                    <a:pt x="2359879" y="2132354"/>
                  </a:lnTo>
                  <a:lnTo>
                    <a:pt x="2099872" y="1929217"/>
                  </a:lnTo>
                  <a:lnTo>
                    <a:pt x="2069413" y="1966329"/>
                  </a:lnTo>
                  <a:lnTo>
                    <a:pt x="2037463" y="2001649"/>
                  </a:lnTo>
                  <a:lnTo>
                    <a:pt x="2004099" y="2035159"/>
                  </a:lnTo>
                  <a:lnTo>
                    <a:pt x="1969394" y="2066839"/>
                  </a:lnTo>
                  <a:lnTo>
                    <a:pt x="1933422" y="2096670"/>
                  </a:lnTo>
                  <a:lnTo>
                    <a:pt x="1896259" y="2124634"/>
                  </a:lnTo>
                  <a:lnTo>
                    <a:pt x="1857979" y="2150711"/>
                  </a:lnTo>
                  <a:lnTo>
                    <a:pt x="1818656" y="2174883"/>
                  </a:lnTo>
                  <a:lnTo>
                    <a:pt x="1778364" y="2197129"/>
                  </a:lnTo>
                  <a:lnTo>
                    <a:pt x="1737179" y="2217432"/>
                  </a:lnTo>
                  <a:lnTo>
                    <a:pt x="1695175" y="2235772"/>
                  </a:lnTo>
                  <a:lnTo>
                    <a:pt x="1652426" y="2252129"/>
                  </a:lnTo>
                  <a:lnTo>
                    <a:pt x="1609006" y="2266486"/>
                  </a:lnTo>
                  <a:lnTo>
                    <a:pt x="1564991" y="2278823"/>
                  </a:lnTo>
                  <a:lnTo>
                    <a:pt x="1520455" y="2289121"/>
                  </a:lnTo>
                  <a:lnTo>
                    <a:pt x="1475472" y="2297360"/>
                  </a:lnTo>
                  <a:lnTo>
                    <a:pt x="1430117" y="2303523"/>
                  </a:lnTo>
                  <a:lnTo>
                    <a:pt x="1384464" y="2307589"/>
                  </a:lnTo>
                  <a:lnTo>
                    <a:pt x="1338588" y="2309540"/>
                  </a:lnTo>
                  <a:lnTo>
                    <a:pt x="1292564" y="2309357"/>
                  </a:lnTo>
                  <a:lnTo>
                    <a:pt x="1246465" y="2307020"/>
                  </a:lnTo>
                  <a:lnTo>
                    <a:pt x="1200366" y="2302511"/>
                  </a:lnTo>
                  <a:lnTo>
                    <a:pt x="1154343" y="2295811"/>
                  </a:lnTo>
                  <a:lnTo>
                    <a:pt x="1108468" y="2286900"/>
                  </a:lnTo>
                  <a:lnTo>
                    <a:pt x="1062818" y="2275760"/>
                  </a:lnTo>
                  <a:lnTo>
                    <a:pt x="1017465" y="2262371"/>
                  </a:lnTo>
                  <a:lnTo>
                    <a:pt x="972486" y="2246714"/>
                  </a:lnTo>
                  <a:lnTo>
                    <a:pt x="927954" y="2228771"/>
                  </a:lnTo>
                  <a:lnTo>
                    <a:pt x="884366" y="2208735"/>
                  </a:lnTo>
                  <a:lnTo>
                    <a:pt x="842208" y="2186867"/>
                  </a:lnTo>
                  <a:lnTo>
                    <a:pt x="801509" y="2163237"/>
                  </a:lnTo>
                  <a:lnTo>
                    <a:pt x="762295" y="2137911"/>
                  </a:lnTo>
                  <a:lnTo>
                    <a:pt x="724594" y="2110958"/>
                  </a:lnTo>
                  <a:lnTo>
                    <a:pt x="688431" y="2082446"/>
                  </a:lnTo>
                  <a:lnTo>
                    <a:pt x="653836" y="2052444"/>
                  </a:lnTo>
                  <a:lnTo>
                    <a:pt x="620834" y="2021019"/>
                  </a:lnTo>
                  <a:lnTo>
                    <a:pt x="589453" y="1988239"/>
                  </a:lnTo>
                  <a:lnTo>
                    <a:pt x="559720" y="1954174"/>
                  </a:lnTo>
                  <a:lnTo>
                    <a:pt x="531661" y="1918890"/>
                  </a:lnTo>
                  <a:lnTo>
                    <a:pt x="505305" y="1882457"/>
                  </a:lnTo>
                  <a:lnTo>
                    <a:pt x="480677" y="1844941"/>
                  </a:lnTo>
                  <a:lnTo>
                    <a:pt x="457806" y="1806412"/>
                  </a:lnTo>
                  <a:lnTo>
                    <a:pt x="436718" y="1766937"/>
                  </a:lnTo>
                  <a:lnTo>
                    <a:pt x="417440" y="1726585"/>
                  </a:lnTo>
                  <a:lnTo>
                    <a:pt x="400000" y="1685424"/>
                  </a:lnTo>
                  <a:lnTo>
                    <a:pt x="384424" y="1643522"/>
                  </a:lnTo>
                  <a:lnTo>
                    <a:pt x="370740" y="1600946"/>
                  </a:lnTo>
                  <a:lnTo>
                    <a:pt x="358975" y="1557766"/>
                  </a:lnTo>
                  <a:lnTo>
                    <a:pt x="349155" y="1514050"/>
                  </a:lnTo>
                  <a:lnTo>
                    <a:pt x="341308" y="1469864"/>
                  </a:lnTo>
                  <a:lnTo>
                    <a:pt x="335461" y="1425278"/>
                  </a:lnTo>
                  <a:lnTo>
                    <a:pt x="331641" y="1380361"/>
                  </a:lnTo>
                  <a:lnTo>
                    <a:pt x="329875" y="1335179"/>
                  </a:lnTo>
                  <a:lnTo>
                    <a:pt x="330190" y="1289801"/>
                  </a:lnTo>
                  <a:lnTo>
                    <a:pt x="332614" y="1244295"/>
                  </a:lnTo>
                  <a:lnTo>
                    <a:pt x="337173" y="1198729"/>
                  </a:lnTo>
                  <a:lnTo>
                    <a:pt x="343894" y="1153172"/>
                  </a:lnTo>
                  <a:lnTo>
                    <a:pt x="352805" y="1107692"/>
                  </a:lnTo>
                  <a:lnTo>
                    <a:pt x="363932" y="1062357"/>
                  </a:lnTo>
                  <a:lnTo>
                    <a:pt x="377303" y="1017234"/>
                  </a:lnTo>
                  <a:lnTo>
                    <a:pt x="392945" y="972392"/>
                  </a:lnTo>
                  <a:lnTo>
                    <a:pt x="410885" y="927900"/>
                  </a:lnTo>
                  <a:lnTo>
                    <a:pt x="430921" y="884311"/>
                  </a:lnTo>
                  <a:lnTo>
                    <a:pt x="452789" y="842154"/>
                  </a:lnTo>
                  <a:lnTo>
                    <a:pt x="476420" y="801455"/>
                  </a:lnTo>
                  <a:lnTo>
                    <a:pt x="501745" y="762241"/>
                  </a:lnTo>
                  <a:lnTo>
                    <a:pt x="528698" y="724539"/>
                  </a:lnTo>
                  <a:lnTo>
                    <a:pt x="557210" y="688377"/>
                  </a:lnTo>
                  <a:lnTo>
                    <a:pt x="587213" y="653782"/>
                  </a:lnTo>
                  <a:lnTo>
                    <a:pt x="618637" y="620780"/>
                  </a:lnTo>
                  <a:lnTo>
                    <a:pt x="651417" y="589399"/>
                  </a:lnTo>
                  <a:lnTo>
                    <a:pt x="685482" y="559665"/>
                  </a:lnTo>
                  <a:lnTo>
                    <a:pt x="720766" y="531607"/>
                  </a:lnTo>
                  <a:lnTo>
                    <a:pt x="757200" y="505251"/>
                  </a:lnTo>
                  <a:lnTo>
                    <a:pt x="794715" y="480623"/>
                  </a:lnTo>
                  <a:lnTo>
                    <a:pt x="833244" y="457752"/>
                  </a:lnTo>
                  <a:lnTo>
                    <a:pt x="872719" y="436664"/>
                  </a:lnTo>
                  <a:lnTo>
                    <a:pt x="913071" y="417386"/>
                  </a:lnTo>
                  <a:lnTo>
                    <a:pt x="954232" y="399946"/>
                  </a:lnTo>
                  <a:lnTo>
                    <a:pt x="996135" y="384370"/>
                  </a:lnTo>
                  <a:lnTo>
                    <a:pt x="1038710" y="370686"/>
                  </a:lnTo>
                  <a:lnTo>
                    <a:pt x="1081890" y="358920"/>
                  </a:lnTo>
                  <a:lnTo>
                    <a:pt x="1125607" y="349101"/>
                  </a:lnTo>
                  <a:lnTo>
                    <a:pt x="1169792" y="341254"/>
                  </a:lnTo>
                  <a:lnTo>
                    <a:pt x="1214378" y="335407"/>
                  </a:lnTo>
                  <a:lnTo>
                    <a:pt x="1259296" y="331587"/>
                  </a:lnTo>
                  <a:lnTo>
                    <a:pt x="1304478" y="329821"/>
                  </a:lnTo>
                  <a:lnTo>
                    <a:pt x="1349856" y="330136"/>
                  </a:lnTo>
                  <a:lnTo>
                    <a:pt x="1395362" y="332560"/>
                  </a:lnTo>
                  <a:lnTo>
                    <a:pt x="1440927" y="337118"/>
                  </a:lnTo>
                  <a:lnTo>
                    <a:pt x="1486484" y="343840"/>
                  </a:lnTo>
                  <a:lnTo>
                    <a:pt x="1531964" y="352751"/>
                  </a:lnTo>
                  <a:lnTo>
                    <a:pt x="1577300" y="363878"/>
                  </a:lnTo>
                  <a:lnTo>
                    <a:pt x="1622422" y="377249"/>
                  </a:lnTo>
                  <a:lnTo>
                    <a:pt x="1667264" y="392891"/>
                  </a:lnTo>
                  <a:lnTo>
                    <a:pt x="1711756" y="410831"/>
                  </a:lnTo>
                  <a:lnTo>
                    <a:pt x="1842392" y="107839"/>
                  </a:lnTo>
                  <a:lnTo>
                    <a:pt x="1797518" y="89453"/>
                  </a:lnTo>
                  <a:lnTo>
                    <a:pt x="1752288" y="72816"/>
                  </a:lnTo>
                  <a:lnTo>
                    <a:pt x="1706746" y="57918"/>
                  </a:lnTo>
                  <a:lnTo>
                    <a:pt x="1660934" y="44747"/>
                  </a:lnTo>
                  <a:lnTo>
                    <a:pt x="1614896" y="33293"/>
                  </a:lnTo>
                  <a:lnTo>
                    <a:pt x="1568675" y="23545"/>
                  </a:lnTo>
                  <a:lnTo>
                    <a:pt x="1522314" y="15490"/>
                  </a:lnTo>
                  <a:lnTo>
                    <a:pt x="1475856" y="9120"/>
                  </a:lnTo>
                  <a:lnTo>
                    <a:pt x="1429343" y="4422"/>
                  </a:lnTo>
                  <a:lnTo>
                    <a:pt x="1382820" y="1385"/>
                  </a:lnTo>
                  <a:lnTo>
                    <a:pt x="1336329" y="0"/>
                  </a:lnTo>
                  <a:close/>
                </a:path>
              </a:pathLst>
            </a:custGeom>
            <a:solidFill>
              <a:srgbClr val="27CE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1"/>
            <p:cNvSpPr/>
            <p:nvPr/>
          </p:nvSpPr>
          <p:spPr>
            <a:xfrm>
              <a:off x="9432659" y="2641756"/>
              <a:ext cx="928369" cy="1689735"/>
            </a:xfrm>
            <a:custGeom>
              <a:rect b="b" l="l" r="r" t="t"/>
              <a:pathLst>
                <a:path extrusionOk="0" h="1689735" w="928370">
                  <a:moveTo>
                    <a:pt x="130633" y="0"/>
                  </a:moveTo>
                  <a:lnTo>
                    <a:pt x="0" y="302988"/>
                  </a:lnTo>
                  <a:lnTo>
                    <a:pt x="43745" y="323104"/>
                  </a:lnTo>
                  <a:lnTo>
                    <a:pt x="86060" y="345073"/>
                  </a:lnTo>
                  <a:lnTo>
                    <a:pt x="126916" y="368827"/>
                  </a:lnTo>
                  <a:lnTo>
                    <a:pt x="166283" y="394298"/>
                  </a:lnTo>
                  <a:lnTo>
                    <a:pt x="204134" y="421417"/>
                  </a:lnTo>
                  <a:lnTo>
                    <a:pt x="240439" y="450114"/>
                  </a:lnTo>
                  <a:lnTo>
                    <a:pt x="275169" y="480321"/>
                  </a:lnTo>
                  <a:lnTo>
                    <a:pt x="308296" y="511969"/>
                  </a:lnTo>
                  <a:lnTo>
                    <a:pt x="339790" y="544990"/>
                  </a:lnTo>
                  <a:lnTo>
                    <a:pt x="369623" y="579313"/>
                  </a:lnTo>
                  <a:lnTo>
                    <a:pt x="397766" y="614871"/>
                  </a:lnTo>
                  <a:lnTo>
                    <a:pt x="424190" y="651595"/>
                  </a:lnTo>
                  <a:lnTo>
                    <a:pt x="448866" y="689415"/>
                  </a:lnTo>
                  <a:lnTo>
                    <a:pt x="471765" y="728263"/>
                  </a:lnTo>
                  <a:lnTo>
                    <a:pt x="492859" y="768069"/>
                  </a:lnTo>
                  <a:lnTo>
                    <a:pt x="512118" y="808766"/>
                  </a:lnTo>
                  <a:lnTo>
                    <a:pt x="529515" y="850284"/>
                  </a:lnTo>
                  <a:lnTo>
                    <a:pt x="545019" y="892555"/>
                  </a:lnTo>
                  <a:lnTo>
                    <a:pt x="558602" y="935508"/>
                  </a:lnTo>
                  <a:lnTo>
                    <a:pt x="570235" y="979077"/>
                  </a:lnTo>
                  <a:lnTo>
                    <a:pt x="579890" y="1023191"/>
                  </a:lnTo>
                  <a:lnTo>
                    <a:pt x="587537" y="1067782"/>
                  </a:lnTo>
                  <a:lnTo>
                    <a:pt x="593148" y="1112781"/>
                  </a:lnTo>
                  <a:lnTo>
                    <a:pt x="596694" y="1158119"/>
                  </a:lnTo>
                  <a:lnTo>
                    <a:pt x="598145" y="1203727"/>
                  </a:lnTo>
                  <a:lnTo>
                    <a:pt x="597474" y="1249537"/>
                  </a:lnTo>
                  <a:lnTo>
                    <a:pt x="594651" y="1295479"/>
                  </a:lnTo>
                  <a:lnTo>
                    <a:pt x="589647" y="1341485"/>
                  </a:lnTo>
                  <a:lnTo>
                    <a:pt x="582433" y="1387485"/>
                  </a:lnTo>
                  <a:lnTo>
                    <a:pt x="572982" y="1433412"/>
                  </a:lnTo>
                  <a:lnTo>
                    <a:pt x="561263" y="1479196"/>
                  </a:lnTo>
                  <a:lnTo>
                    <a:pt x="547248" y="1524767"/>
                  </a:lnTo>
                  <a:lnTo>
                    <a:pt x="530908" y="1570059"/>
                  </a:lnTo>
                  <a:lnTo>
                    <a:pt x="838511" y="1689426"/>
                  </a:lnTo>
                  <a:lnTo>
                    <a:pt x="855143" y="1644173"/>
                  </a:lnTo>
                  <a:lnTo>
                    <a:pt x="870026" y="1598698"/>
                  </a:lnTo>
                  <a:lnTo>
                    <a:pt x="883176" y="1553037"/>
                  </a:lnTo>
                  <a:lnTo>
                    <a:pt x="894609" y="1507231"/>
                  </a:lnTo>
                  <a:lnTo>
                    <a:pt x="904342" y="1461317"/>
                  </a:lnTo>
                  <a:lnTo>
                    <a:pt x="912391" y="1415335"/>
                  </a:lnTo>
                  <a:lnTo>
                    <a:pt x="918772" y="1369323"/>
                  </a:lnTo>
                  <a:lnTo>
                    <a:pt x="923501" y="1323320"/>
                  </a:lnTo>
                  <a:lnTo>
                    <a:pt x="926594" y="1277365"/>
                  </a:lnTo>
                  <a:lnTo>
                    <a:pt x="928069" y="1231496"/>
                  </a:lnTo>
                  <a:lnTo>
                    <a:pt x="927940" y="1185752"/>
                  </a:lnTo>
                  <a:lnTo>
                    <a:pt x="926225" y="1140173"/>
                  </a:lnTo>
                  <a:lnTo>
                    <a:pt x="922939" y="1094796"/>
                  </a:lnTo>
                  <a:lnTo>
                    <a:pt x="918099" y="1049660"/>
                  </a:lnTo>
                  <a:lnTo>
                    <a:pt x="911720" y="1004805"/>
                  </a:lnTo>
                  <a:lnTo>
                    <a:pt x="903820" y="960269"/>
                  </a:lnTo>
                  <a:lnTo>
                    <a:pt x="894414" y="916090"/>
                  </a:lnTo>
                  <a:lnTo>
                    <a:pt x="883519" y="872308"/>
                  </a:lnTo>
                  <a:lnTo>
                    <a:pt x="871150" y="828960"/>
                  </a:lnTo>
                  <a:lnTo>
                    <a:pt x="857325" y="786087"/>
                  </a:lnTo>
                  <a:lnTo>
                    <a:pt x="842059" y="743726"/>
                  </a:lnTo>
                  <a:lnTo>
                    <a:pt x="825368" y="701917"/>
                  </a:lnTo>
                  <a:lnTo>
                    <a:pt x="807269" y="660697"/>
                  </a:lnTo>
                  <a:lnTo>
                    <a:pt x="787778" y="620107"/>
                  </a:lnTo>
                  <a:lnTo>
                    <a:pt x="766912" y="580184"/>
                  </a:lnTo>
                  <a:lnTo>
                    <a:pt x="744686" y="540967"/>
                  </a:lnTo>
                  <a:lnTo>
                    <a:pt x="721116" y="502495"/>
                  </a:lnTo>
                  <a:lnTo>
                    <a:pt x="696219" y="464807"/>
                  </a:lnTo>
                  <a:lnTo>
                    <a:pt x="670012" y="427942"/>
                  </a:lnTo>
                  <a:lnTo>
                    <a:pt x="642510" y="391937"/>
                  </a:lnTo>
                  <a:lnTo>
                    <a:pt x="613729" y="356833"/>
                  </a:lnTo>
                  <a:lnTo>
                    <a:pt x="583687" y="322667"/>
                  </a:lnTo>
                  <a:lnTo>
                    <a:pt x="552398" y="289479"/>
                  </a:lnTo>
                  <a:lnTo>
                    <a:pt x="519880" y="257307"/>
                  </a:lnTo>
                  <a:lnTo>
                    <a:pt x="486148" y="226190"/>
                  </a:lnTo>
                  <a:lnTo>
                    <a:pt x="451219" y="196167"/>
                  </a:lnTo>
                  <a:lnTo>
                    <a:pt x="415109" y="167276"/>
                  </a:lnTo>
                  <a:lnTo>
                    <a:pt x="377834" y="139556"/>
                  </a:lnTo>
                  <a:lnTo>
                    <a:pt x="339410" y="113046"/>
                  </a:lnTo>
                  <a:lnTo>
                    <a:pt x="299855" y="87784"/>
                  </a:lnTo>
                  <a:lnTo>
                    <a:pt x="259183" y="63810"/>
                  </a:lnTo>
                  <a:lnTo>
                    <a:pt x="217411" y="41162"/>
                  </a:lnTo>
                  <a:lnTo>
                    <a:pt x="174556" y="19879"/>
                  </a:lnTo>
                  <a:lnTo>
                    <a:pt x="130633" y="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1"/>
            <p:cNvSpPr/>
            <p:nvPr/>
          </p:nvSpPr>
          <p:spPr>
            <a:xfrm>
              <a:off x="9820773" y="4211814"/>
              <a:ext cx="450850" cy="454659"/>
            </a:xfrm>
            <a:custGeom>
              <a:rect b="b" l="l" r="r" t="t"/>
              <a:pathLst>
                <a:path extrusionOk="0" h="454660" w="450850">
                  <a:moveTo>
                    <a:pt x="142792" y="0"/>
                  </a:moveTo>
                  <a:lnTo>
                    <a:pt x="124189" y="44671"/>
                  </a:lnTo>
                  <a:lnTo>
                    <a:pt x="103450" y="88329"/>
                  </a:lnTo>
                  <a:lnTo>
                    <a:pt x="80619" y="130897"/>
                  </a:lnTo>
                  <a:lnTo>
                    <a:pt x="55738" y="172301"/>
                  </a:lnTo>
                  <a:lnTo>
                    <a:pt x="28851" y="212465"/>
                  </a:lnTo>
                  <a:lnTo>
                    <a:pt x="0" y="251315"/>
                  </a:lnTo>
                  <a:lnTo>
                    <a:pt x="260005" y="454455"/>
                  </a:lnTo>
                  <a:lnTo>
                    <a:pt x="289100" y="415774"/>
                  </a:lnTo>
                  <a:lnTo>
                    <a:pt x="316730" y="376092"/>
                  </a:lnTo>
                  <a:lnTo>
                    <a:pt x="342871" y="335453"/>
                  </a:lnTo>
                  <a:lnTo>
                    <a:pt x="367498" y="293898"/>
                  </a:lnTo>
                  <a:lnTo>
                    <a:pt x="390588" y="251469"/>
                  </a:lnTo>
                  <a:lnTo>
                    <a:pt x="412117" y="208210"/>
                  </a:lnTo>
                  <a:lnTo>
                    <a:pt x="432061" y="164161"/>
                  </a:lnTo>
                  <a:lnTo>
                    <a:pt x="450396" y="119367"/>
                  </a:lnTo>
                  <a:lnTo>
                    <a:pt x="142792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1"/>
            <p:cNvSpPr/>
            <p:nvPr/>
          </p:nvSpPr>
          <p:spPr>
            <a:xfrm>
              <a:off x="7580201" y="3440140"/>
              <a:ext cx="661670" cy="617855"/>
            </a:xfrm>
            <a:custGeom>
              <a:rect b="b" l="l" r="r" t="t"/>
              <a:pathLst>
                <a:path extrusionOk="0" h="617854" w="661670">
                  <a:moveTo>
                    <a:pt x="661371" y="617854"/>
                  </a:moveTo>
                  <a:lnTo>
                    <a:pt x="58086" y="0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1"/>
            <p:cNvSpPr/>
            <p:nvPr/>
          </p:nvSpPr>
          <p:spPr>
            <a:xfrm>
              <a:off x="9801549" y="2892262"/>
              <a:ext cx="295275" cy="643255"/>
            </a:xfrm>
            <a:custGeom>
              <a:rect b="b" l="l" r="r" t="t"/>
              <a:pathLst>
                <a:path extrusionOk="0" h="643254" w="295275">
                  <a:moveTo>
                    <a:pt x="0" y="642677"/>
                  </a:moveTo>
                  <a:lnTo>
                    <a:pt x="238562" y="0"/>
                  </a:lnTo>
                  <a:lnTo>
                    <a:pt x="295044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1"/>
            <p:cNvSpPr/>
            <p:nvPr/>
          </p:nvSpPr>
          <p:spPr>
            <a:xfrm>
              <a:off x="9757953" y="4261213"/>
              <a:ext cx="670560" cy="427990"/>
            </a:xfrm>
            <a:custGeom>
              <a:rect b="b" l="l" r="r" t="t"/>
              <a:pathLst>
                <a:path extrusionOk="0" h="427989" w="670559">
                  <a:moveTo>
                    <a:pt x="0" y="0"/>
                  </a:moveTo>
                  <a:lnTo>
                    <a:pt x="614391" y="427438"/>
                  </a:lnTo>
                  <a:lnTo>
                    <a:pt x="670074" y="427438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0" name="Google Shape;540;p21"/>
          <p:cNvSpPr txBox="1"/>
          <p:nvPr/>
        </p:nvSpPr>
        <p:spPr>
          <a:xfrm>
            <a:off x="6807406" y="3321811"/>
            <a:ext cx="74739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12408, 71%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 txBox="1"/>
          <p:nvPr/>
        </p:nvSpPr>
        <p:spPr>
          <a:xfrm>
            <a:off x="10121993" y="2773171"/>
            <a:ext cx="6705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4271, 24%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 txBox="1"/>
          <p:nvPr/>
        </p:nvSpPr>
        <p:spPr>
          <a:xfrm>
            <a:off x="10453427" y="4571492"/>
            <a:ext cx="51625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816, 5%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 txBox="1"/>
          <p:nvPr/>
        </p:nvSpPr>
        <p:spPr>
          <a:xfrm>
            <a:off x="8597663" y="3732276"/>
            <a:ext cx="77406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Superhost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 txBox="1"/>
          <p:nvPr/>
        </p:nvSpPr>
        <p:spPr>
          <a:xfrm>
            <a:off x="9874429" y="3362452"/>
            <a:ext cx="31559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 txBox="1"/>
          <p:nvPr/>
        </p:nvSpPr>
        <p:spPr>
          <a:xfrm>
            <a:off x="8040325" y="4380484"/>
            <a:ext cx="2921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6" name="Google Shape;546;p21"/>
          <p:cNvGraphicFramePr/>
          <p:nvPr/>
        </p:nvGraphicFramePr>
        <p:xfrm>
          <a:off x="7144503" y="53647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{E145C8C8-A39E-4A7E-B5B9-2740D2D3B551}</a:tableStyleId>
              </a:tblPr>
              <a:tblGrid>
                <a:gridCol w="1009025"/>
                <a:gridCol w="1233175"/>
                <a:gridCol w="1353175"/>
              </a:tblGrid>
              <a:tr h="28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16205" marR="0" rtl="0" algn="l">
                        <a:lnSpc>
                          <a:spcPct val="11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price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2075" marB="0" marR="0" marL="0"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1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 per month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2075" marB="0" marR="0" marL="0">
                    <a:lnR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lvl="0" marL="9525" marR="0" rtl="0" algn="l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superhost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875" marB="0" marR="0" marL="0">
                    <a:lnL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735" rtl="0" algn="r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1757.60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875" marB="0" marR="0" marL="0"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r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5875" marB="0" marR="0" marL="0">
                    <a:lnR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275">
                <a:tc>
                  <a:txBody>
                    <a:bodyPr/>
                    <a:lstStyle/>
                    <a:p>
                      <a:pPr indent="0" lvl="0" marL="9525" marR="0" rtl="0" algn="l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Superhost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L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735" rtl="0" algn="r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1732.64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r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0950" marB="0" marR="0" marL="0">
                    <a:lnR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500">
                <a:tc>
                  <a:txBody>
                    <a:bodyPr/>
                    <a:lstStyle/>
                    <a:p>
                      <a:pPr indent="0" lvl="0" marL="9525" marR="0" rtl="0" algn="l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(blank)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735" rtl="0" algn="r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1685.62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r">
                        <a:lnSpc>
                          <a:spcPct val="1195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R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7" name="Google Shape;547;p21"/>
          <p:cNvSpPr/>
          <p:nvPr/>
        </p:nvSpPr>
        <p:spPr>
          <a:xfrm>
            <a:off x="6131150" y="2478505"/>
            <a:ext cx="0" cy="3284854"/>
          </a:xfrm>
          <a:custGeom>
            <a:rect b="b" l="l" r="r" t="t"/>
            <a:pathLst>
              <a:path extrusionOk="0" h="3284854" w="120000">
                <a:moveTo>
                  <a:pt x="0" y="0"/>
                </a:moveTo>
                <a:lnTo>
                  <a:pt x="0" y="3284621"/>
                </a:lnTo>
              </a:path>
            </a:pathLst>
          </a:custGeom>
          <a:noFill/>
          <a:ln cap="flat" cmpd="sng" w="12700">
            <a:solidFill>
              <a:srgbClr val="1382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1"/>
          <p:cNvSpPr txBox="1"/>
          <p:nvPr/>
        </p:nvSpPr>
        <p:spPr>
          <a:xfrm>
            <a:off x="1115567" y="1775711"/>
            <a:ext cx="8726805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Insight #12: Hosts with identity verified have more reviews, similar with superhost.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53" name="Google Shape;553;p22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FINDINGS: EXTRA #2</a:t>
            </a:r>
            <a:endParaRPr/>
          </a:p>
        </p:txBody>
      </p:sp>
      <p:grpSp>
        <p:nvGrpSpPr>
          <p:cNvPr id="554" name="Google Shape;554;p22"/>
          <p:cNvGrpSpPr/>
          <p:nvPr/>
        </p:nvGrpSpPr>
        <p:grpSpPr>
          <a:xfrm>
            <a:off x="2118196" y="2920203"/>
            <a:ext cx="3219070" cy="2990852"/>
            <a:chOff x="2118196" y="2920203"/>
            <a:chExt cx="3219070" cy="2990852"/>
          </a:xfrm>
        </p:grpSpPr>
        <p:sp>
          <p:nvSpPr>
            <p:cNvPr id="555" name="Google Shape;555;p22"/>
            <p:cNvSpPr/>
            <p:nvPr/>
          </p:nvSpPr>
          <p:spPr>
            <a:xfrm>
              <a:off x="3481285" y="3294057"/>
              <a:ext cx="1254125" cy="2243455"/>
            </a:xfrm>
            <a:custGeom>
              <a:rect b="b" l="l" r="r" t="t"/>
              <a:pathLst>
                <a:path extrusionOk="0" h="2243454" w="1254125">
                  <a:moveTo>
                    <a:pt x="132411" y="0"/>
                  </a:moveTo>
                  <a:lnTo>
                    <a:pt x="132411" y="373837"/>
                  </a:lnTo>
                  <a:lnTo>
                    <a:pt x="154531" y="374164"/>
                  </a:lnTo>
                  <a:lnTo>
                    <a:pt x="176627" y="375145"/>
                  </a:lnTo>
                  <a:lnTo>
                    <a:pt x="220687" y="379065"/>
                  </a:lnTo>
                  <a:lnTo>
                    <a:pt x="267470" y="386109"/>
                  </a:lnTo>
                  <a:lnTo>
                    <a:pt x="313136" y="395924"/>
                  </a:lnTo>
                  <a:lnTo>
                    <a:pt x="357609" y="408412"/>
                  </a:lnTo>
                  <a:lnTo>
                    <a:pt x="400811" y="423478"/>
                  </a:lnTo>
                  <a:lnTo>
                    <a:pt x="442668" y="441022"/>
                  </a:lnTo>
                  <a:lnTo>
                    <a:pt x="483101" y="460949"/>
                  </a:lnTo>
                  <a:lnTo>
                    <a:pt x="522035" y="483160"/>
                  </a:lnTo>
                  <a:lnTo>
                    <a:pt x="559392" y="507559"/>
                  </a:lnTo>
                  <a:lnTo>
                    <a:pt x="595097" y="534048"/>
                  </a:lnTo>
                  <a:lnTo>
                    <a:pt x="629071" y="562529"/>
                  </a:lnTo>
                  <a:lnTo>
                    <a:pt x="661240" y="592906"/>
                  </a:lnTo>
                  <a:lnTo>
                    <a:pt x="691525" y="625081"/>
                  </a:lnTo>
                  <a:lnTo>
                    <a:pt x="719851" y="658956"/>
                  </a:lnTo>
                  <a:lnTo>
                    <a:pt x="746141" y="694436"/>
                  </a:lnTo>
                  <a:lnTo>
                    <a:pt x="770318" y="731421"/>
                  </a:lnTo>
                  <a:lnTo>
                    <a:pt x="792305" y="769815"/>
                  </a:lnTo>
                  <a:lnTo>
                    <a:pt x="812026" y="809521"/>
                  </a:lnTo>
                  <a:lnTo>
                    <a:pt x="829405" y="850440"/>
                  </a:lnTo>
                  <a:lnTo>
                    <a:pt x="844364" y="892477"/>
                  </a:lnTo>
                  <a:lnTo>
                    <a:pt x="856828" y="935533"/>
                  </a:lnTo>
                  <a:lnTo>
                    <a:pt x="866718" y="979512"/>
                  </a:lnTo>
                  <a:lnTo>
                    <a:pt x="873960" y="1024315"/>
                  </a:lnTo>
                  <a:lnTo>
                    <a:pt x="878475" y="1069846"/>
                  </a:lnTo>
                  <a:lnTo>
                    <a:pt x="880188" y="1116008"/>
                  </a:lnTo>
                  <a:lnTo>
                    <a:pt x="879022" y="1162702"/>
                  </a:lnTo>
                  <a:lnTo>
                    <a:pt x="874900" y="1209832"/>
                  </a:lnTo>
                  <a:lnTo>
                    <a:pt x="867856" y="1256614"/>
                  </a:lnTo>
                  <a:lnTo>
                    <a:pt x="858042" y="1302280"/>
                  </a:lnTo>
                  <a:lnTo>
                    <a:pt x="845553" y="1346753"/>
                  </a:lnTo>
                  <a:lnTo>
                    <a:pt x="830488" y="1389956"/>
                  </a:lnTo>
                  <a:lnTo>
                    <a:pt x="812943" y="1431813"/>
                  </a:lnTo>
                  <a:lnTo>
                    <a:pt x="793016" y="1472246"/>
                  </a:lnTo>
                  <a:lnTo>
                    <a:pt x="770805" y="1511180"/>
                  </a:lnTo>
                  <a:lnTo>
                    <a:pt x="746406" y="1548537"/>
                  </a:lnTo>
                  <a:lnTo>
                    <a:pt x="719918" y="1584241"/>
                  </a:lnTo>
                  <a:lnTo>
                    <a:pt x="691436" y="1618216"/>
                  </a:lnTo>
                  <a:lnTo>
                    <a:pt x="661059" y="1650384"/>
                  </a:lnTo>
                  <a:lnTo>
                    <a:pt x="628885" y="1680670"/>
                  </a:lnTo>
                  <a:lnTo>
                    <a:pt x="595009" y="1708995"/>
                  </a:lnTo>
                  <a:lnTo>
                    <a:pt x="559530" y="1735285"/>
                  </a:lnTo>
                  <a:lnTo>
                    <a:pt x="522545" y="1759462"/>
                  </a:lnTo>
                  <a:lnTo>
                    <a:pt x="484151" y="1781450"/>
                  </a:lnTo>
                  <a:lnTo>
                    <a:pt x="444445" y="1801171"/>
                  </a:lnTo>
                  <a:lnTo>
                    <a:pt x="403525" y="1818550"/>
                  </a:lnTo>
                  <a:lnTo>
                    <a:pt x="361489" y="1833509"/>
                  </a:lnTo>
                  <a:lnTo>
                    <a:pt x="318432" y="1845972"/>
                  </a:lnTo>
                  <a:lnTo>
                    <a:pt x="274454" y="1855863"/>
                  </a:lnTo>
                  <a:lnTo>
                    <a:pt x="229651" y="1863104"/>
                  </a:lnTo>
                  <a:lnTo>
                    <a:pt x="184120" y="1867620"/>
                  </a:lnTo>
                  <a:lnTo>
                    <a:pt x="137959" y="1869333"/>
                  </a:lnTo>
                  <a:lnTo>
                    <a:pt x="91264" y="1868167"/>
                  </a:lnTo>
                  <a:lnTo>
                    <a:pt x="44135" y="1864045"/>
                  </a:lnTo>
                  <a:lnTo>
                    <a:pt x="0" y="2235268"/>
                  </a:lnTo>
                  <a:lnTo>
                    <a:pt x="33004" y="2238698"/>
                  </a:lnTo>
                  <a:lnTo>
                    <a:pt x="66089" y="2241149"/>
                  </a:lnTo>
                  <a:lnTo>
                    <a:pt x="99232" y="2242621"/>
                  </a:lnTo>
                  <a:lnTo>
                    <a:pt x="132411" y="2243112"/>
                  </a:lnTo>
                  <a:lnTo>
                    <a:pt x="181062" y="2242075"/>
                  </a:lnTo>
                  <a:lnTo>
                    <a:pt x="229183" y="2238995"/>
                  </a:lnTo>
                  <a:lnTo>
                    <a:pt x="276733" y="2233912"/>
                  </a:lnTo>
                  <a:lnTo>
                    <a:pt x="323669" y="2226869"/>
                  </a:lnTo>
                  <a:lnTo>
                    <a:pt x="369950" y="2217908"/>
                  </a:lnTo>
                  <a:lnTo>
                    <a:pt x="415533" y="2207071"/>
                  </a:lnTo>
                  <a:lnTo>
                    <a:pt x="460376" y="2194399"/>
                  </a:lnTo>
                  <a:lnTo>
                    <a:pt x="504437" y="2179936"/>
                  </a:lnTo>
                  <a:lnTo>
                    <a:pt x="547675" y="2163724"/>
                  </a:lnTo>
                  <a:lnTo>
                    <a:pt x="590046" y="2145803"/>
                  </a:lnTo>
                  <a:lnTo>
                    <a:pt x="631509" y="2126217"/>
                  </a:lnTo>
                  <a:lnTo>
                    <a:pt x="672022" y="2105007"/>
                  </a:lnTo>
                  <a:lnTo>
                    <a:pt x="711542" y="2082216"/>
                  </a:lnTo>
                  <a:lnTo>
                    <a:pt x="750029" y="2057886"/>
                  </a:lnTo>
                  <a:lnTo>
                    <a:pt x="787438" y="2032058"/>
                  </a:lnTo>
                  <a:lnTo>
                    <a:pt x="823730" y="2004775"/>
                  </a:lnTo>
                  <a:lnTo>
                    <a:pt x="858860" y="1976079"/>
                  </a:lnTo>
                  <a:lnTo>
                    <a:pt x="892788" y="1946012"/>
                  </a:lnTo>
                  <a:lnTo>
                    <a:pt x="925471" y="1914615"/>
                  </a:lnTo>
                  <a:lnTo>
                    <a:pt x="956867" y="1881932"/>
                  </a:lnTo>
                  <a:lnTo>
                    <a:pt x="986934" y="1848005"/>
                  </a:lnTo>
                  <a:lnTo>
                    <a:pt x="1015630" y="1812874"/>
                  </a:lnTo>
                  <a:lnTo>
                    <a:pt x="1042913" y="1776583"/>
                  </a:lnTo>
                  <a:lnTo>
                    <a:pt x="1068741" y="1739173"/>
                  </a:lnTo>
                  <a:lnTo>
                    <a:pt x="1093072" y="1700687"/>
                  </a:lnTo>
                  <a:lnTo>
                    <a:pt x="1115863" y="1661166"/>
                  </a:lnTo>
                  <a:lnTo>
                    <a:pt x="1137072" y="1620654"/>
                  </a:lnTo>
                  <a:lnTo>
                    <a:pt x="1156659" y="1579191"/>
                  </a:lnTo>
                  <a:lnTo>
                    <a:pt x="1174579" y="1536819"/>
                  </a:lnTo>
                  <a:lnTo>
                    <a:pt x="1190792" y="1493582"/>
                  </a:lnTo>
                  <a:lnTo>
                    <a:pt x="1205255" y="1449521"/>
                  </a:lnTo>
                  <a:lnTo>
                    <a:pt x="1217926" y="1404678"/>
                  </a:lnTo>
                  <a:lnTo>
                    <a:pt x="1228763" y="1359095"/>
                  </a:lnTo>
                  <a:lnTo>
                    <a:pt x="1237724" y="1312814"/>
                  </a:lnTo>
                  <a:lnTo>
                    <a:pt x="1244767" y="1265878"/>
                  </a:lnTo>
                  <a:lnTo>
                    <a:pt x="1249850" y="1218328"/>
                  </a:lnTo>
                  <a:lnTo>
                    <a:pt x="1252931" y="1170206"/>
                  </a:lnTo>
                  <a:lnTo>
                    <a:pt x="1253967" y="1121556"/>
                  </a:lnTo>
                  <a:lnTo>
                    <a:pt x="1252931" y="1072905"/>
                  </a:lnTo>
                  <a:lnTo>
                    <a:pt x="1249850" y="1024783"/>
                  </a:lnTo>
                  <a:lnTo>
                    <a:pt x="1244767" y="977233"/>
                  </a:lnTo>
                  <a:lnTo>
                    <a:pt x="1237724" y="930297"/>
                  </a:lnTo>
                  <a:lnTo>
                    <a:pt x="1228763" y="884016"/>
                  </a:lnTo>
                  <a:lnTo>
                    <a:pt x="1217926" y="838433"/>
                  </a:lnTo>
                  <a:lnTo>
                    <a:pt x="1205255" y="793590"/>
                  </a:lnTo>
                  <a:lnTo>
                    <a:pt x="1190792" y="749529"/>
                  </a:lnTo>
                  <a:lnTo>
                    <a:pt x="1174579" y="706292"/>
                  </a:lnTo>
                  <a:lnTo>
                    <a:pt x="1156659" y="663921"/>
                  </a:lnTo>
                  <a:lnTo>
                    <a:pt x="1137072" y="622457"/>
                  </a:lnTo>
                  <a:lnTo>
                    <a:pt x="1115863" y="581945"/>
                  </a:lnTo>
                  <a:lnTo>
                    <a:pt x="1093072" y="542424"/>
                  </a:lnTo>
                  <a:lnTo>
                    <a:pt x="1068741" y="503938"/>
                  </a:lnTo>
                  <a:lnTo>
                    <a:pt x="1042913" y="466528"/>
                  </a:lnTo>
                  <a:lnTo>
                    <a:pt x="1015630" y="430237"/>
                  </a:lnTo>
                  <a:lnTo>
                    <a:pt x="986934" y="395106"/>
                  </a:lnTo>
                  <a:lnTo>
                    <a:pt x="956867" y="361179"/>
                  </a:lnTo>
                  <a:lnTo>
                    <a:pt x="925471" y="328496"/>
                  </a:lnTo>
                  <a:lnTo>
                    <a:pt x="892788" y="297100"/>
                  </a:lnTo>
                  <a:lnTo>
                    <a:pt x="858860" y="267032"/>
                  </a:lnTo>
                  <a:lnTo>
                    <a:pt x="823730" y="238336"/>
                  </a:lnTo>
                  <a:lnTo>
                    <a:pt x="787438" y="211053"/>
                  </a:lnTo>
                  <a:lnTo>
                    <a:pt x="750029" y="185225"/>
                  </a:lnTo>
                  <a:lnTo>
                    <a:pt x="711542" y="160895"/>
                  </a:lnTo>
                  <a:lnTo>
                    <a:pt x="672022" y="138104"/>
                  </a:lnTo>
                  <a:lnTo>
                    <a:pt x="631509" y="116894"/>
                  </a:lnTo>
                  <a:lnTo>
                    <a:pt x="590046" y="97308"/>
                  </a:lnTo>
                  <a:lnTo>
                    <a:pt x="547675" y="79388"/>
                  </a:lnTo>
                  <a:lnTo>
                    <a:pt x="504437" y="63175"/>
                  </a:lnTo>
                  <a:lnTo>
                    <a:pt x="460376" y="48712"/>
                  </a:lnTo>
                  <a:lnTo>
                    <a:pt x="415533" y="36041"/>
                  </a:lnTo>
                  <a:lnTo>
                    <a:pt x="369950" y="25203"/>
                  </a:lnTo>
                  <a:lnTo>
                    <a:pt x="323669" y="16242"/>
                  </a:lnTo>
                  <a:lnTo>
                    <a:pt x="276733" y="9199"/>
                  </a:lnTo>
                  <a:lnTo>
                    <a:pt x="229183" y="4116"/>
                  </a:lnTo>
                  <a:lnTo>
                    <a:pt x="181062" y="1036"/>
                  </a:lnTo>
                  <a:lnTo>
                    <a:pt x="132411" y="0"/>
                  </a:lnTo>
                  <a:close/>
                </a:path>
              </a:pathLst>
            </a:custGeom>
            <a:solidFill>
              <a:srgbClr val="27CE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2492081" y="3294056"/>
              <a:ext cx="1122045" cy="2235835"/>
            </a:xfrm>
            <a:custGeom>
              <a:rect b="b" l="l" r="r" t="t"/>
              <a:pathLst>
                <a:path extrusionOk="0" h="2235835" w="1122045">
                  <a:moveTo>
                    <a:pt x="1121616" y="0"/>
                  </a:moveTo>
                  <a:lnTo>
                    <a:pt x="1073140" y="1033"/>
                  </a:lnTo>
                  <a:lnTo>
                    <a:pt x="1025149" y="4109"/>
                  </a:lnTo>
                  <a:lnTo>
                    <a:pt x="977688" y="9185"/>
                  </a:lnTo>
                  <a:lnTo>
                    <a:pt x="930802" y="16223"/>
                  </a:lnTo>
                  <a:lnTo>
                    <a:pt x="884535" y="25182"/>
                  </a:lnTo>
                  <a:lnTo>
                    <a:pt x="838933" y="36023"/>
                  </a:lnTo>
                  <a:lnTo>
                    <a:pt x="794040" y="48705"/>
                  </a:lnTo>
                  <a:lnTo>
                    <a:pt x="749903" y="63188"/>
                  </a:lnTo>
                  <a:lnTo>
                    <a:pt x="706565" y="79433"/>
                  </a:lnTo>
                  <a:lnTo>
                    <a:pt x="664072" y="97400"/>
                  </a:lnTo>
                  <a:lnTo>
                    <a:pt x="622468" y="117048"/>
                  </a:lnTo>
                  <a:lnTo>
                    <a:pt x="581799" y="138337"/>
                  </a:lnTo>
                  <a:lnTo>
                    <a:pt x="542110" y="161228"/>
                  </a:lnTo>
                  <a:lnTo>
                    <a:pt x="503446" y="185681"/>
                  </a:lnTo>
                  <a:lnTo>
                    <a:pt x="465851" y="211656"/>
                  </a:lnTo>
                  <a:lnTo>
                    <a:pt x="429371" y="239112"/>
                  </a:lnTo>
                  <a:lnTo>
                    <a:pt x="394051" y="268010"/>
                  </a:lnTo>
                  <a:lnTo>
                    <a:pt x="359936" y="298309"/>
                  </a:lnTo>
                  <a:lnTo>
                    <a:pt x="327070" y="329971"/>
                  </a:lnTo>
                  <a:lnTo>
                    <a:pt x="295499" y="362954"/>
                  </a:lnTo>
                  <a:lnTo>
                    <a:pt x="265268" y="397219"/>
                  </a:lnTo>
                  <a:lnTo>
                    <a:pt x="236421" y="432726"/>
                  </a:lnTo>
                  <a:lnTo>
                    <a:pt x="209004" y="469435"/>
                  </a:lnTo>
                  <a:lnTo>
                    <a:pt x="183062" y="507306"/>
                  </a:lnTo>
                  <a:lnTo>
                    <a:pt x="158640" y="546299"/>
                  </a:lnTo>
                  <a:lnTo>
                    <a:pt x="135783" y="586374"/>
                  </a:lnTo>
                  <a:lnTo>
                    <a:pt x="114535" y="627491"/>
                  </a:lnTo>
                  <a:lnTo>
                    <a:pt x="94942" y="669610"/>
                  </a:lnTo>
                  <a:lnTo>
                    <a:pt x="77048" y="712691"/>
                  </a:lnTo>
                  <a:lnTo>
                    <a:pt x="60900" y="756694"/>
                  </a:lnTo>
                  <a:lnTo>
                    <a:pt x="46541" y="801580"/>
                  </a:lnTo>
                  <a:lnTo>
                    <a:pt x="34017" y="847308"/>
                  </a:lnTo>
                  <a:lnTo>
                    <a:pt x="23372" y="893837"/>
                  </a:lnTo>
                  <a:lnTo>
                    <a:pt x="14653" y="941130"/>
                  </a:lnTo>
                  <a:lnTo>
                    <a:pt x="7903" y="989144"/>
                  </a:lnTo>
                  <a:lnTo>
                    <a:pt x="3188" y="1037577"/>
                  </a:lnTo>
                  <a:lnTo>
                    <a:pt x="566" y="1085725"/>
                  </a:lnTo>
                  <a:lnTo>
                    <a:pt x="0" y="1133543"/>
                  </a:lnTo>
                  <a:lnTo>
                    <a:pt x="1452" y="1180983"/>
                  </a:lnTo>
                  <a:lnTo>
                    <a:pt x="4886" y="1227997"/>
                  </a:lnTo>
                  <a:lnTo>
                    <a:pt x="10266" y="1274541"/>
                  </a:lnTo>
                  <a:lnTo>
                    <a:pt x="17555" y="1320567"/>
                  </a:lnTo>
                  <a:lnTo>
                    <a:pt x="26715" y="1366027"/>
                  </a:lnTo>
                  <a:lnTo>
                    <a:pt x="37709" y="1410876"/>
                  </a:lnTo>
                  <a:lnTo>
                    <a:pt x="50502" y="1455067"/>
                  </a:lnTo>
                  <a:lnTo>
                    <a:pt x="65056" y="1498552"/>
                  </a:lnTo>
                  <a:lnTo>
                    <a:pt x="81334" y="1541286"/>
                  </a:lnTo>
                  <a:lnTo>
                    <a:pt x="99300" y="1583221"/>
                  </a:lnTo>
                  <a:lnTo>
                    <a:pt x="118917" y="1624310"/>
                  </a:lnTo>
                  <a:lnTo>
                    <a:pt x="140147" y="1664508"/>
                  </a:lnTo>
                  <a:lnTo>
                    <a:pt x="162955" y="1703766"/>
                  </a:lnTo>
                  <a:lnTo>
                    <a:pt x="187303" y="1742039"/>
                  </a:lnTo>
                  <a:lnTo>
                    <a:pt x="213154" y="1779279"/>
                  </a:lnTo>
                  <a:lnTo>
                    <a:pt x="240472" y="1815440"/>
                  </a:lnTo>
                  <a:lnTo>
                    <a:pt x="269220" y="1850475"/>
                  </a:lnTo>
                  <a:lnTo>
                    <a:pt x="299361" y="1884338"/>
                  </a:lnTo>
                  <a:lnTo>
                    <a:pt x="330858" y="1916981"/>
                  </a:lnTo>
                  <a:lnTo>
                    <a:pt x="363674" y="1948357"/>
                  </a:lnTo>
                  <a:lnTo>
                    <a:pt x="397773" y="1978421"/>
                  </a:lnTo>
                  <a:lnTo>
                    <a:pt x="433117" y="2007125"/>
                  </a:lnTo>
                  <a:lnTo>
                    <a:pt x="469671" y="2034423"/>
                  </a:lnTo>
                  <a:lnTo>
                    <a:pt x="507396" y="2060267"/>
                  </a:lnTo>
                  <a:lnTo>
                    <a:pt x="546257" y="2084611"/>
                  </a:lnTo>
                  <a:lnTo>
                    <a:pt x="586216" y="2107409"/>
                  </a:lnTo>
                  <a:lnTo>
                    <a:pt x="627237" y="2128613"/>
                  </a:lnTo>
                  <a:lnTo>
                    <a:pt x="669282" y="2148177"/>
                  </a:lnTo>
                  <a:lnTo>
                    <a:pt x="712316" y="2166053"/>
                  </a:lnTo>
                  <a:lnTo>
                    <a:pt x="756301" y="2182196"/>
                  </a:lnTo>
                  <a:lnTo>
                    <a:pt x="801200" y="2196559"/>
                  </a:lnTo>
                  <a:lnTo>
                    <a:pt x="846976" y="2209094"/>
                  </a:lnTo>
                  <a:lnTo>
                    <a:pt x="893593" y="2219755"/>
                  </a:lnTo>
                  <a:lnTo>
                    <a:pt x="941015" y="2228495"/>
                  </a:lnTo>
                  <a:lnTo>
                    <a:pt x="989203" y="2235268"/>
                  </a:lnTo>
                  <a:lnTo>
                    <a:pt x="1033339" y="1864047"/>
                  </a:lnTo>
                  <a:lnTo>
                    <a:pt x="984817" y="1856676"/>
                  </a:lnTo>
                  <a:lnTo>
                    <a:pt x="937443" y="1846300"/>
                  </a:lnTo>
                  <a:lnTo>
                    <a:pt x="891310" y="1833026"/>
                  </a:lnTo>
                  <a:lnTo>
                    <a:pt x="846512" y="1816958"/>
                  </a:lnTo>
                  <a:lnTo>
                    <a:pt x="803143" y="1798202"/>
                  </a:lnTo>
                  <a:lnTo>
                    <a:pt x="761296" y="1776865"/>
                  </a:lnTo>
                  <a:lnTo>
                    <a:pt x="721067" y="1753051"/>
                  </a:lnTo>
                  <a:lnTo>
                    <a:pt x="682548" y="1726867"/>
                  </a:lnTo>
                  <a:lnTo>
                    <a:pt x="645834" y="1698419"/>
                  </a:lnTo>
                  <a:lnTo>
                    <a:pt x="611018" y="1667812"/>
                  </a:lnTo>
                  <a:lnTo>
                    <a:pt x="578195" y="1635151"/>
                  </a:lnTo>
                  <a:lnTo>
                    <a:pt x="547458" y="1600543"/>
                  </a:lnTo>
                  <a:lnTo>
                    <a:pt x="518901" y="1564093"/>
                  </a:lnTo>
                  <a:lnTo>
                    <a:pt x="492618" y="1525907"/>
                  </a:lnTo>
                  <a:lnTo>
                    <a:pt x="468703" y="1486091"/>
                  </a:lnTo>
                  <a:lnTo>
                    <a:pt x="447250" y="1444750"/>
                  </a:lnTo>
                  <a:lnTo>
                    <a:pt x="428352" y="1401991"/>
                  </a:lnTo>
                  <a:lnTo>
                    <a:pt x="412105" y="1357918"/>
                  </a:lnTo>
                  <a:lnTo>
                    <a:pt x="398601" y="1312638"/>
                  </a:lnTo>
                  <a:lnTo>
                    <a:pt x="387934" y="1266256"/>
                  </a:lnTo>
                  <a:lnTo>
                    <a:pt x="380199" y="1218878"/>
                  </a:lnTo>
                  <a:lnTo>
                    <a:pt x="375489" y="1170610"/>
                  </a:lnTo>
                  <a:lnTo>
                    <a:pt x="373898" y="1121557"/>
                  </a:lnTo>
                  <a:lnTo>
                    <a:pt x="375369" y="1074270"/>
                  </a:lnTo>
                  <a:lnTo>
                    <a:pt x="379724" y="1027765"/>
                  </a:lnTo>
                  <a:lnTo>
                    <a:pt x="386875" y="982129"/>
                  </a:lnTo>
                  <a:lnTo>
                    <a:pt x="396734" y="937449"/>
                  </a:lnTo>
                  <a:lnTo>
                    <a:pt x="409214" y="893814"/>
                  </a:lnTo>
                  <a:lnTo>
                    <a:pt x="424228" y="851311"/>
                  </a:lnTo>
                  <a:lnTo>
                    <a:pt x="441687" y="810027"/>
                  </a:lnTo>
                  <a:lnTo>
                    <a:pt x="461505" y="770051"/>
                  </a:lnTo>
                  <a:lnTo>
                    <a:pt x="483593" y="731469"/>
                  </a:lnTo>
                  <a:lnTo>
                    <a:pt x="507864" y="694369"/>
                  </a:lnTo>
                  <a:lnTo>
                    <a:pt x="534230" y="658839"/>
                  </a:lnTo>
                  <a:lnTo>
                    <a:pt x="562605" y="624967"/>
                  </a:lnTo>
                  <a:lnTo>
                    <a:pt x="592899" y="592840"/>
                  </a:lnTo>
                  <a:lnTo>
                    <a:pt x="625026" y="562545"/>
                  </a:lnTo>
                  <a:lnTo>
                    <a:pt x="658899" y="534171"/>
                  </a:lnTo>
                  <a:lnTo>
                    <a:pt x="694428" y="507804"/>
                  </a:lnTo>
                  <a:lnTo>
                    <a:pt x="731528" y="483533"/>
                  </a:lnTo>
                  <a:lnTo>
                    <a:pt x="770110" y="461445"/>
                  </a:lnTo>
                  <a:lnTo>
                    <a:pt x="810086" y="441627"/>
                  </a:lnTo>
                  <a:lnTo>
                    <a:pt x="851370" y="424168"/>
                  </a:lnTo>
                  <a:lnTo>
                    <a:pt x="893873" y="409154"/>
                  </a:lnTo>
                  <a:lnTo>
                    <a:pt x="937508" y="396674"/>
                  </a:lnTo>
                  <a:lnTo>
                    <a:pt x="982187" y="386815"/>
                  </a:lnTo>
                  <a:lnTo>
                    <a:pt x="1027823" y="379664"/>
                  </a:lnTo>
                  <a:lnTo>
                    <a:pt x="1074329" y="375309"/>
                  </a:lnTo>
                  <a:lnTo>
                    <a:pt x="1121616" y="373838"/>
                  </a:lnTo>
                  <a:lnTo>
                    <a:pt x="1121616" y="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3437148" y="2920205"/>
              <a:ext cx="1671955" cy="2990850"/>
            </a:xfrm>
            <a:custGeom>
              <a:rect b="b" l="l" r="r" t="t"/>
              <a:pathLst>
                <a:path extrusionOk="0" h="2990850" w="1671954">
                  <a:moveTo>
                    <a:pt x="176549" y="0"/>
                  </a:moveTo>
                  <a:lnTo>
                    <a:pt x="176550" y="373852"/>
                  </a:lnTo>
                  <a:lnTo>
                    <a:pt x="209729" y="374343"/>
                  </a:lnTo>
                  <a:lnTo>
                    <a:pt x="242872" y="375815"/>
                  </a:lnTo>
                  <a:lnTo>
                    <a:pt x="308961" y="381695"/>
                  </a:lnTo>
                  <a:lnTo>
                    <a:pt x="357150" y="388468"/>
                  </a:lnTo>
                  <a:lnTo>
                    <a:pt x="404571" y="397208"/>
                  </a:lnTo>
                  <a:lnTo>
                    <a:pt x="451188" y="407870"/>
                  </a:lnTo>
                  <a:lnTo>
                    <a:pt x="496965" y="420405"/>
                  </a:lnTo>
                  <a:lnTo>
                    <a:pt x="541864" y="434767"/>
                  </a:lnTo>
                  <a:lnTo>
                    <a:pt x="585849" y="450910"/>
                  </a:lnTo>
                  <a:lnTo>
                    <a:pt x="628882" y="468787"/>
                  </a:lnTo>
                  <a:lnTo>
                    <a:pt x="670928" y="488351"/>
                  </a:lnTo>
                  <a:lnTo>
                    <a:pt x="711949" y="509555"/>
                  </a:lnTo>
                  <a:lnTo>
                    <a:pt x="751908" y="532352"/>
                  </a:lnTo>
                  <a:lnTo>
                    <a:pt x="790769" y="556697"/>
                  </a:lnTo>
                  <a:lnTo>
                    <a:pt x="828494" y="582541"/>
                  </a:lnTo>
                  <a:lnTo>
                    <a:pt x="865048" y="609839"/>
                  </a:lnTo>
                  <a:lnTo>
                    <a:pt x="900392" y="638543"/>
                  </a:lnTo>
                  <a:lnTo>
                    <a:pt x="934491" y="668607"/>
                  </a:lnTo>
                  <a:lnTo>
                    <a:pt x="967308" y="699983"/>
                  </a:lnTo>
                  <a:lnTo>
                    <a:pt x="998805" y="732626"/>
                  </a:lnTo>
                  <a:lnTo>
                    <a:pt x="1028945" y="766489"/>
                  </a:lnTo>
                  <a:lnTo>
                    <a:pt x="1057693" y="801524"/>
                  </a:lnTo>
                  <a:lnTo>
                    <a:pt x="1085011" y="837685"/>
                  </a:lnTo>
                  <a:lnTo>
                    <a:pt x="1110862" y="874926"/>
                  </a:lnTo>
                  <a:lnTo>
                    <a:pt x="1135210" y="913198"/>
                  </a:lnTo>
                  <a:lnTo>
                    <a:pt x="1158018" y="952457"/>
                  </a:lnTo>
                  <a:lnTo>
                    <a:pt x="1179248" y="992654"/>
                  </a:lnTo>
                  <a:lnTo>
                    <a:pt x="1198865" y="1033744"/>
                  </a:lnTo>
                  <a:lnTo>
                    <a:pt x="1216831" y="1075679"/>
                  </a:lnTo>
                  <a:lnTo>
                    <a:pt x="1233109" y="1118412"/>
                  </a:lnTo>
                  <a:lnTo>
                    <a:pt x="1247663" y="1161898"/>
                  </a:lnTo>
                  <a:lnTo>
                    <a:pt x="1260456" y="1206088"/>
                  </a:lnTo>
                  <a:lnTo>
                    <a:pt x="1271451" y="1250937"/>
                  </a:lnTo>
                  <a:lnTo>
                    <a:pt x="1280611" y="1296398"/>
                  </a:lnTo>
                  <a:lnTo>
                    <a:pt x="1287899" y="1342424"/>
                  </a:lnTo>
                  <a:lnTo>
                    <a:pt x="1293279" y="1388967"/>
                  </a:lnTo>
                  <a:lnTo>
                    <a:pt x="1296713" y="1435982"/>
                  </a:lnTo>
                  <a:lnTo>
                    <a:pt x="1298166" y="1483422"/>
                  </a:lnTo>
                  <a:lnTo>
                    <a:pt x="1297599" y="1531239"/>
                  </a:lnTo>
                  <a:lnTo>
                    <a:pt x="1294977" y="1579388"/>
                  </a:lnTo>
                  <a:lnTo>
                    <a:pt x="1290262" y="1627821"/>
                  </a:lnTo>
                  <a:lnTo>
                    <a:pt x="1283490" y="1676009"/>
                  </a:lnTo>
                  <a:lnTo>
                    <a:pt x="1274749" y="1723430"/>
                  </a:lnTo>
                  <a:lnTo>
                    <a:pt x="1264088" y="1770047"/>
                  </a:lnTo>
                  <a:lnTo>
                    <a:pt x="1251553" y="1815824"/>
                  </a:lnTo>
                  <a:lnTo>
                    <a:pt x="1237191" y="1860723"/>
                  </a:lnTo>
                  <a:lnTo>
                    <a:pt x="1221048" y="1904708"/>
                  </a:lnTo>
                  <a:lnTo>
                    <a:pt x="1203171" y="1947741"/>
                  </a:lnTo>
                  <a:lnTo>
                    <a:pt x="1183607" y="1989787"/>
                  </a:lnTo>
                  <a:lnTo>
                    <a:pt x="1162403" y="2030808"/>
                  </a:lnTo>
                  <a:lnTo>
                    <a:pt x="1139605" y="2070767"/>
                  </a:lnTo>
                  <a:lnTo>
                    <a:pt x="1115261" y="2109628"/>
                  </a:lnTo>
                  <a:lnTo>
                    <a:pt x="1089417" y="2147353"/>
                  </a:lnTo>
                  <a:lnTo>
                    <a:pt x="1062119" y="2183907"/>
                  </a:lnTo>
                  <a:lnTo>
                    <a:pt x="1033415" y="2219251"/>
                  </a:lnTo>
                  <a:lnTo>
                    <a:pt x="1003351" y="2253350"/>
                  </a:lnTo>
                  <a:lnTo>
                    <a:pt x="971974" y="2286167"/>
                  </a:lnTo>
                  <a:lnTo>
                    <a:pt x="939331" y="2317664"/>
                  </a:lnTo>
                  <a:lnTo>
                    <a:pt x="905469" y="2347804"/>
                  </a:lnTo>
                  <a:lnTo>
                    <a:pt x="870434" y="2376552"/>
                  </a:lnTo>
                  <a:lnTo>
                    <a:pt x="834273" y="2403870"/>
                  </a:lnTo>
                  <a:lnTo>
                    <a:pt x="797032" y="2429722"/>
                  </a:lnTo>
                  <a:lnTo>
                    <a:pt x="758759" y="2454069"/>
                  </a:lnTo>
                  <a:lnTo>
                    <a:pt x="719501" y="2476877"/>
                  </a:lnTo>
                  <a:lnTo>
                    <a:pt x="679304" y="2498108"/>
                  </a:lnTo>
                  <a:lnTo>
                    <a:pt x="638214" y="2517724"/>
                  </a:lnTo>
                  <a:lnTo>
                    <a:pt x="596279" y="2535690"/>
                  </a:lnTo>
                  <a:lnTo>
                    <a:pt x="553546" y="2551969"/>
                  </a:lnTo>
                  <a:lnTo>
                    <a:pt x="510060" y="2566523"/>
                  </a:lnTo>
                  <a:lnTo>
                    <a:pt x="465869" y="2579315"/>
                  </a:lnTo>
                  <a:lnTo>
                    <a:pt x="421020" y="2590310"/>
                  </a:lnTo>
                  <a:lnTo>
                    <a:pt x="375560" y="2599470"/>
                  </a:lnTo>
                  <a:lnTo>
                    <a:pt x="329534" y="2606759"/>
                  </a:lnTo>
                  <a:lnTo>
                    <a:pt x="282991" y="2612138"/>
                  </a:lnTo>
                  <a:lnTo>
                    <a:pt x="235976" y="2615573"/>
                  </a:lnTo>
                  <a:lnTo>
                    <a:pt x="188536" y="2617025"/>
                  </a:lnTo>
                  <a:lnTo>
                    <a:pt x="140718" y="2616459"/>
                  </a:lnTo>
                  <a:lnTo>
                    <a:pt x="92570" y="2613837"/>
                  </a:lnTo>
                  <a:lnTo>
                    <a:pt x="44137" y="2609122"/>
                  </a:lnTo>
                  <a:lnTo>
                    <a:pt x="0" y="2980359"/>
                  </a:lnTo>
                  <a:lnTo>
                    <a:pt x="44006" y="2984932"/>
                  </a:lnTo>
                  <a:lnTo>
                    <a:pt x="88119" y="2988201"/>
                  </a:lnTo>
                  <a:lnTo>
                    <a:pt x="132310" y="2990163"/>
                  </a:lnTo>
                  <a:lnTo>
                    <a:pt x="176549" y="2990817"/>
                  </a:lnTo>
                  <a:lnTo>
                    <a:pt x="224946" y="2990049"/>
                  </a:lnTo>
                  <a:lnTo>
                    <a:pt x="272960" y="2987760"/>
                  </a:lnTo>
                  <a:lnTo>
                    <a:pt x="320567" y="2983972"/>
                  </a:lnTo>
                  <a:lnTo>
                    <a:pt x="367743" y="2978710"/>
                  </a:lnTo>
                  <a:lnTo>
                    <a:pt x="414465" y="2971995"/>
                  </a:lnTo>
                  <a:lnTo>
                    <a:pt x="460711" y="2963853"/>
                  </a:lnTo>
                  <a:lnTo>
                    <a:pt x="506457" y="2954305"/>
                  </a:lnTo>
                  <a:lnTo>
                    <a:pt x="551680" y="2943376"/>
                  </a:lnTo>
                  <a:lnTo>
                    <a:pt x="596356" y="2931087"/>
                  </a:lnTo>
                  <a:lnTo>
                    <a:pt x="640463" y="2917464"/>
                  </a:lnTo>
                  <a:lnTo>
                    <a:pt x="683977" y="2902527"/>
                  </a:lnTo>
                  <a:lnTo>
                    <a:pt x="726875" y="2886302"/>
                  </a:lnTo>
                  <a:lnTo>
                    <a:pt x="769133" y="2868811"/>
                  </a:lnTo>
                  <a:lnTo>
                    <a:pt x="810729" y="2850077"/>
                  </a:lnTo>
                  <a:lnTo>
                    <a:pt x="851640" y="2830123"/>
                  </a:lnTo>
                  <a:lnTo>
                    <a:pt x="891841" y="2808973"/>
                  </a:lnTo>
                  <a:lnTo>
                    <a:pt x="931311" y="2786650"/>
                  </a:lnTo>
                  <a:lnTo>
                    <a:pt x="970025" y="2763178"/>
                  </a:lnTo>
                  <a:lnTo>
                    <a:pt x="1007960" y="2738578"/>
                  </a:lnTo>
                  <a:lnTo>
                    <a:pt x="1045094" y="2712875"/>
                  </a:lnTo>
                  <a:lnTo>
                    <a:pt x="1081403" y="2686092"/>
                  </a:lnTo>
                  <a:lnTo>
                    <a:pt x="1116864" y="2658252"/>
                  </a:lnTo>
                  <a:lnTo>
                    <a:pt x="1151454" y="2629378"/>
                  </a:lnTo>
                  <a:lnTo>
                    <a:pt x="1185149" y="2599493"/>
                  </a:lnTo>
                  <a:lnTo>
                    <a:pt x="1217926" y="2568621"/>
                  </a:lnTo>
                  <a:lnTo>
                    <a:pt x="1249762" y="2536785"/>
                  </a:lnTo>
                  <a:lnTo>
                    <a:pt x="1280634" y="2504008"/>
                  </a:lnTo>
                  <a:lnTo>
                    <a:pt x="1310519" y="2470313"/>
                  </a:lnTo>
                  <a:lnTo>
                    <a:pt x="1339393" y="2435724"/>
                  </a:lnTo>
                  <a:lnTo>
                    <a:pt x="1367233" y="2400263"/>
                  </a:lnTo>
                  <a:lnTo>
                    <a:pt x="1394016" y="2363954"/>
                  </a:lnTo>
                  <a:lnTo>
                    <a:pt x="1419719" y="2326820"/>
                  </a:lnTo>
                  <a:lnTo>
                    <a:pt x="1444318" y="2288884"/>
                  </a:lnTo>
                  <a:lnTo>
                    <a:pt x="1467791" y="2250170"/>
                  </a:lnTo>
                  <a:lnTo>
                    <a:pt x="1490114" y="2210701"/>
                  </a:lnTo>
                  <a:lnTo>
                    <a:pt x="1511264" y="2170499"/>
                  </a:lnTo>
                  <a:lnTo>
                    <a:pt x="1531217" y="2129589"/>
                  </a:lnTo>
                  <a:lnTo>
                    <a:pt x="1549951" y="2087993"/>
                  </a:lnTo>
                  <a:lnTo>
                    <a:pt x="1567443" y="2045734"/>
                  </a:lnTo>
                  <a:lnTo>
                    <a:pt x="1583668" y="2002836"/>
                  </a:lnTo>
                  <a:lnTo>
                    <a:pt x="1598604" y="1959322"/>
                  </a:lnTo>
                  <a:lnTo>
                    <a:pt x="1612228" y="1915216"/>
                  </a:lnTo>
                  <a:lnTo>
                    <a:pt x="1624517" y="1870539"/>
                  </a:lnTo>
                  <a:lnTo>
                    <a:pt x="1635446" y="1825317"/>
                  </a:lnTo>
                  <a:lnTo>
                    <a:pt x="1644994" y="1779571"/>
                  </a:lnTo>
                  <a:lnTo>
                    <a:pt x="1653136" y="1733325"/>
                  </a:lnTo>
                  <a:lnTo>
                    <a:pt x="1659850" y="1686602"/>
                  </a:lnTo>
                  <a:lnTo>
                    <a:pt x="1665113" y="1639426"/>
                  </a:lnTo>
                  <a:lnTo>
                    <a:pt x="1668900" y="1591819"/>
                  </a:lnTo>
                  <a:lnTo>
                    <a:pt x="1671190" y="1543806"/>
                  </a:lnTo>
                  <a:lnTo>
                    <a:pt x="1671958" y="1495408"/>
                  </a:lnTo>
                  <a:lnTo>
                    <a:pt x="1671190" y="1447010"/>
                  </a:lnTo>
                  <a:lnTo>
                    <a:pt x="1668900" y="1398997"/>
                  </a:lnTo>
                  <a:lnTo>
                    <a:pt x="1665113" y="1351390"/>
                  </a:lnTo>
                  <a:lnTo>
                    <a:pt x="1659850" y="1304214"/>
                  </a:lnTo>
                  <a:lnTo>
                    <a:pt x="1653136" y="1257491"/>
                  </a:lnTo>
                  <a:lnTo>
                    <a:pt x="1644994" y="1211246"/>
                  </a:lnTo>
                  <a:lnTo>
                    <a:pt x="1635446" y="1165500"/>
                  </a:lnTo>
                  <a:lnTo>
                    <a:pt x="1624517" y="1120277"/>
                  </a:lnTo>
                  <a:lnTo>
                    <a:pt x="1612228" y="1075601"/>
                  </a:lnTo>
                  <a:lnTo>
                    <a:pt x="1598604" y="1031494"/>
                  </a:lnTo>
                  <a:lnTo>
                    <a:pt x="1583668" y="987980"/>
                  </a:lnTo>
                  <a:lnTo>
                    <a:pt x="1567443" y="945083"/>
                  </a:lnTo>
                  <a:lnTo>
                    <a:pt x="1549951" y="902824"/>
                  </a:lnTo>
                  <a:lnTo>
                    <a:pt x="1531217" y="861228"/>
                  </a:lnTo>
                  <a:lnTo>
                    <a:pt x="1511264" y="820318"/>
                  </a:lnTo>
                  <a:lnTo>
                    <a:pt x="1490114" y="780116"/>
                  </a:lnTo>
                  <a:lnTo>
                    <a:pt x="1467791" y="740647"/>
                  </a:lnTo>
                  <a:lnTo>
                    <a:pt x="1444318" y="701933"/>
                  </a:lnTo>
                  <a:lnTo>
                    <a:pt x="1419719" y="663997"/>
                  </a:lnTo>
                  <a:lnTo>
                    <a:pt x="1394016" y="626863"/>
                  </a:lnTo>
                  <a:lnTo>
                    <a:pt x="1367233" y="590554"/>
                  </a:lnTo>
                  <a:lnTo>
                    <a:pt x="1339393" y="555093"/>
                  </a:lnTo>
                  <a:lnTo>
                    <a:pt x="1310519" y="520504"/>
                  </a:lnTo>
                  <a:lnTo>
                    <a:pt x="1280634" y="486809"/>
                  </a:lnTo>
                  <a:lnTo>
                    <a:pt x="1249762" y="454032"/>
                  </a:lnTo>
                  <a:lnTo>
                    <a:pt x="1217926" y="422196"/>
                  </a:lnTo>
                  <a:lnTo>
                    <a:pt x="1185149" y="391324"/>
                  </a:lnTo>
                  <a:lnTo>
                    <a:pt x="1151454" y="361439"/>
                  </a:lnTo>
                  <a:lnTo>
                    <a:pt x="1116864" y="332565"/>
                  </a:lnTo>
                  <a:lnTo>
                    <a:pt x="1081403" y="304725"/>
                  </a:lnTo>
                  <a:lnTo>
                    <a:pt x="1045094" y="277942"/>
                  </a:lnTo>
                  <a:lnTo>
                    <a:pt x="1007960" y="252239"/>
                  </a:lnTo>
                  <a:lnTo>
                    <a:pt x="970025" y="227639"/>
                  </a:lnTo>
                  <a:lnTo>
                    <a:pt x="931311" y="204167"/>
                  </a:lnTo>
                  <a:lnTo>
                    <a:pt x="891841" y="181844"/>
                  </a:lnTo>
                  <a:lnTo>
                    <a:pt x="851640" y="160694"/>
                  </a:lnTo>
                  <a:lnTo>
                    <a:pt x="810729" y="140740"/>
                  </a:lnTo>
                  <a:lnTo>
                    <a:pt x="769133" y="122006"/>
                  </a:lnTo>
                  <a:lnTo>
                    <a:pt x="726875" y="104515"/>
                  </a:lnTo>
                  <a:lnTo>
                    <a:pt x="683977" y="88290"/>
                  </a:lnTo>
                  <a:lnTo>
                    <a:pt x="640463" y="73353"/>
                  </a:lnTo>
                  <a:lnTo>
                    <a:pt x="596356" y="59730"/>
                  </a:lnTo>
                  <a:lnTo>
                    <a:pt x="551680" y="47441"/>
                  </a:lnTo>
                  <a:lnTo>
                    <a:pt x="506457" y="36512"/>
                  </a:lnTo>
                  <a:lnTo>
                    <a:pt x="460711" y="26964"/>
                  </a:lnTo>
                  <a:lnTo>
                    <a:pt x="414465" y="18822"/>
                  </a:lnTo>
                  <a:lnTo>
                    <a:pt x="367743" y="12107"/>
                  </a:lnTo>
                  <a:lnTo>
                    <a:pt x="320567" y="6845"/>
                  </a:lnTo>
                  <a:lnTo>
                    <a:pt x="272960" y="3057"/>
                  </a:lnTo>
                  <a:lnTo>
                    <a:pt x="224946" y="768"/>
                  </a:lnTo>
                  <a:lnTo>
                    <a:pt x="176549" y="0"/>
                  </a:lnTo>
                  <a:close/>
                </a:path>
              </a:pathLst>
            </a:custGeom>
            <a:solidFill>
              <a:srgbClr val="27CED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2118196" y="2920203"/>
              <a:ext cx="1496060" cy="2980690"/>
            </a:xfrm>
            <a:custGeom>
              <a:rect b="b" l="l" r="r" t="t"/>
              <a:pathLst>
                <a:path extrusionOk="0" h="2980690" w="1496060">
                  <a:moveTo>
                    <a:pt x="1495499" y="0"/>
                  </a:moveTo>
                  <a:lnTo>
                    <a:pt x="1447308" y="765"/>
                  </a:lnTo>
                  <a:lnTo>
                    <a:pt x="1399467" y="3048"/>
                  </a:lnTo>
                  <a:lnTo>
                    <a:pt x="1352001" y="6825"/>
                  </a:lnTo>
                  <a:lnTo>
                    <a:pt x="1304934" y="12076"/>
                  </a:lnTo>
                  <a:lnTo>
                    <a:pt x="1258291" y="18777"/>
                  </a:lnTo>
                  <a:lnTo>
                    <a:pt x="1212098" y="26907"/>
                  </a:lnTo>
                  <a:lnTo>
                    <a:pt x="1166378" y="36443"/>
                  </a:lnTo>
                  <a:lnTo>
                    <a:pt x="1121157" y="47365"/>
                  </a:lnTo>
                  <a:lnTo>
                    <a:pt x="1076459" y="59649"/>
                  </a:lnTo>
                  <a:lnTo>
                    <a:pt x="1032309" y="73275"/>
                  </a:lnTo>
                  <a:lnTo>
                    <a:pt x="988732" y="88219"/>
                  </a:lnTo>
                  <a:lnTo>
                    <a:pt x="945753" y="104459"/>
                  </a:lnTo>
                  <a:lnTo>
                    <a:pt x="903396" y="121975"/>
                  </a:lnTo>
                  <a:lnTo>
                    <a:pt x="861687" y="140743"/>
                  </a:lnTo>
                  <a:lnTo>
                    <a:pt x="820649" y="160742"/>
                  </a:lnTo>
                  <a:lnTo>
                    <a:pt x="780308" y="181950"/>
                  </a:lnTo>
                  <a:lnTo>
                    <a:pt x="740689" y="204344"/>
                  </a:lnTo>
                  <a:lnTo>
                    <a:pt x="701816" y="227904"/>
                  </a:lnTo>
                  <a:lnTo>
                    <a:pt x="663715" y="252606"/>
                  </a:lnTo>
                  <a:lnTo>
                    <a:pt x="626409" y="278428"/>
                  </a:lnTo>
                  <a:lnTo>
                    <a:pt x="589924" y="305350"/>
                  </a:lnTo>
                  <a:lnTo>
                    <a:pt x="554284" y="333348"/>
                  </a:lnTo>
                  <a:lnTo>
                    <a:pt x="519515" y="362401"/>
                  </a:lnTo>
                  <a:lnTo>
                    <a:pt x="485641" y="392486"/>
                  </a:lnTo>
                  <a:lnTo>
                    <a:pt x="452686" y="423583"/>
                  </a:lnTo>
                  <a:lnTo>
                    <a:pt x="420676" y="455667"/>
                  </a:lnTo>
                  <a:lnTo>
                    <a:pt x="389636" y="488719"/>
                  </a:lnTo>
                  <a:lnTo>
                    <a:pt x="359589" y="522715"/>
                  </a:lnTo>
                  <a:lnTo>
                    <a:pt x="330561" y="557634"/>
                  </a:lnTo>
                  <a:lnTo>
                    <a:pt x="302578" y="593454"/>
                  </a:lnTo>
                  <a:lnTo>
                    <a:pt x="275662" y="630152"/>
                  </a:lnTo>
                  <a:lnTo>
                    <a:pt x="249840" y="667706"/>
                  </a:lnTo>
                  <a:lnTo>
                    <a:pt x="225136" y="706096"/>
                  </a:lnTo>
                  <a:lnTo>
                    <a:pt x="201575" y="745298"/>
                  </a:lnTo>
                  <a:lnTo>
                    <a:pt x="179181" y="785291"/>
                  </a:lnTo>
                  <a:lnTo>
                    <a:pt x="157980" y="826052"/>
                  </a:lnTo>
                  <a:lnTo>
                    <a:pt x="137996" y="867560"/>
                  </a:lnTo>
                  <a:lnTo>
                    <a:pt x="119253" y="909792"/>
                  </a:lnTo>
                  <a:lnTo>
                    <a:pt x="101778" y="952727"/>
                  </a:lnTo>
                  <a:lnTo>
                    <a:pt x="85594" y="996343"/>
                  </a:lnTo>
                  <a:lnTo>
                    <a:pt x="70726" y="1040617"/>
                  </a:lnTo>
                  <a:lnTo>
                    <a:pt x="57199" y="1085527"/>
                  </a:lnTo>
                  <a:lnTo>
                    <a:pt x="45039" y="1131053"/>
                  </a:lnTo>
                  <a:lnTo>
                    <a:pt x="34268" y="1177170"/>
                  </a:lnTo>
                  <a:lnTo>
                    <a:pt x="24913" y="1223859"/>
                  </a:lnTo>
                  <a:lnTo>
                    <a:pt x="16999" y="1271096"/>
                  </a:lnTo>
                  <a:lnTo>
                    <a:pt x="10549" y="1318859"/>
                  </a:lnTo>
                  <a:lnTo>
                    <a:pt x="5598" y="1367009"/>
                  </a:lnTo>
                  <a:lnTo>
                    <a:pt x="2203" y="1414957"/>
                  </a:lnTo>
                  <a:lnTo>
                    <a:pt x="344" y="1462678"/>
                  </a:lnTo>
                  <a:lnTo>
                    <a:pt x="0" y="1510145"/>
                  </a:lnTo>
                  <a:lnTo>
                    <a:pt x="1150" y="1557334"/>
                  </a:lnTo>
                  <a:lnTo>
                    <a:pt x="3776" y="1604217"/>
                  </a:lnTo>
                  <a:lnTo>
                    <a:pt x="7856" y="1650771"/>
                  </a:lnTo>
                  <a:lnTo>
                    <a:pt x="13370" y="1696967"/>
                  </a:lnTo>
                  <a:lnTo>
                    <a:pt x="20298" y="1742782"/>
                  </a:lnTo>
                  <a:lnTo>
                    <a:pt x="28619" y="1788189"/>
                  </a:lnTo>
                  <a:lnTo>
                    <a:pt x="38314" y="1833161"/>
                  </a:lnTo>
                  <a:lnTo>
                    <a:pt x="49361" y="1877675"/>
                  </a:lnTo>
                  <a:lnTo>
                    <a:pt x="61741" y="1921703"/>
                  </a:lnTo>
                  <a:lnTo>
                    <a:pt x="75433" y="1965220"/>
                  </a:lnTo>
                  <a:lnTo>
                    <a:pt x="90417" y="2008200"/>
                  </a:lnTo>
                  <a:lnTo>
                    <a:pt x="106673" y="2050617"/>
                  </a:lnTo>
                  <a:lnTo>
                    <a:pt x="124180" y="2092446"/>
                  </a:lnTo>
                  <a:lnTo>
                    <a:pt x="142918" y="2133660"/>
                  </a:lnTo>
                  <a:lnTo>
                    <a:pt x="162867" y="2174235"/>
                  </a:lnTo>
                  <a:lnTo>
                    <a:pt x="184006" y="2214144"/>
                  </a:lnTo>
                  <a:lnTo>
                    <a:pt x="206315" y="2253361"/>
                  </a:lnTo>
                  <a:lnTo>
                    <a:pt x="229774" y="2291860"/>
                  </a:lnTo>
                  <a:lnTo>
                    <a:pt x="254362" y="2329617"/>
                  </a:lnTo>
                  <a:lnTo>
                    <a:pt x="280059" y="2366604"/>
                  </a:lnTo>
                  <a:lnTo>
                    <a:pt x="306846" y="2402797"/>
                  </a:lnTo>
                  <a:lnTo>
                    <a:pt x="334701" y="2438169"/>
                  </a:lnTo>
                  <a:lnTo>
                    <a:pt x="363604" y="2472695"/>
                  </a:lnTo>
                  <a:lnTo>
                    <a:pt x="393535" y="2506349"/>
                  </a:lnTo>
                  <a:lnTo>
                    <a:pt x="424474" y="2539104"/>
                  </a:lnTo>
                  <a:lnTo>
                    <a:pt x="456400" y="2570936"/>
                  </a:lnTo>
                  <a:lnTo>
                    <a:pt x="489293" y="2601819"/>
                  </a:lnTo>
                  <a:lnTo>
                    <a:pt x="523132" y="2631726"/>
                  </a:lnTo>
                  <a:lnTo>
                    <a:pt x="557898" y="2660632"/>
                  </a:lnTo>
                  <a:lnTo>
                    <a:pt x="593571" y="2688511"/>
                  </a:lnTo>
                  <a:lnTo>
                    <a:pt x="630129" y="2715338"/>
                  </a:lnTo>
                  <a:lnTo>
                    <a:pt x="667552" y="2741086"/>
                  </a:lnTo>
                  <a:lnTo>
                    <a:pt x="705820" y="2765730"/>
                  </a:lnTo>
                  <a:lnTo>
                    <a:pt x="744914" y="2789244"/>
                  </a:lnTo>
                  <a:lnTo>
                    <a:pt x="784812" y="2811602"/>
                  </a:lnTo>
                  <a:lnTo>
                    <a:pt x="825494" y="2832779"/>
                  </a:lnTo>
                  <a:lnTo>
                    <a:pt x="866940" y="2852748"/>
                  </a:lnTo>
                  <a:lnTo>
                    <a:pt x="909130" y="2871484"/>
                  </a:lnTo>
                  <a:lnTo>
                    <a:pt x="952043" y="2888960"/>
                  </a:lnTo>
                  <a:lnTo>
                    <a:pt x="995659" y="2905153"/>
                  </a:lnTo>
                  <a:lnTo>
                    <a:pt x="1039958" y="2920034"/>
                  </a:lnTo>
                  <a:lnTo>
                    <a:pt x="1084919" y="2933580"/>
                  </a:lnTo>
                  <a:lnTo>
                    <a:pt x="1130522" y="2945763"/>
                  </a:lnTo>
                  <a:lnTo>
                    <a:pt x="1176747" y="2956558"/>
                  </a:lnTo>
                  <a:lnTo>
                    <a:pt x="1223574" y="2965940"/>
                  </a:lnTo>
                  <a:lnTo>
                    <a:pt x="1270981" y="2973882"/>
                  </a:lnTo>
                  <a:lnTo>
                    <a:pt x="1318950" y="2980359"/>
                  </a:lnTo>
                  <a:lnTo>
                    <a:pt x="1363089" y="2609123"/>
                  </a:lnTo>
                  <a:lnTo>
                    <a:pt x="1315074" y="2602373"/>
                  </a:lnTo>
                  <a:lnTo>
                    <a:pt x="1267782" y="2593654"/>
                  </a:lnTo>
                  <a:lnTo>
                    <a:pt x="1221252" y="2583009"/>
                  </a:lnTo>
                  <a:lnTo>
                    <a:pt x="1175524" y="2570485"/>
                  </a:lnTo>
                  <a:lnTo>
                    <a:pt x="1130639" y="2556126"/>
                  </a:lnTo>
                  <a:lnTo>
                    <a:pt x="1086636" y="2539978"/>
                  </a:lnTo>
                  <a:lnTo>
                    <a:pt x="1043554" y="2522084"/>
                  </a:lnTo>
                  <a:lnTo>
                    <a:pt x="1001435" y="2502491"/>
                  </a:lnTo>
                  <a:lnTo>
                    <a:pt x="960318" y="2481243"/>
                  </a:lnTo>
                  <a:lnTo>
                    <a:pt x="920244" y="2458386"/>
                  </a:lnTo>
                  <a:lnTo>
                    <a:pt x="881251" y="2433963"/>
                  </a:lnTo>
                  <a:lnTo>
                    <a:pt x="843380" y="2408021"/>
                  </a:lnTo>
                  <a:lnTo>
                    <a:pt x="806671" y="2380604"/>
                  </a:lnTo>
                  <a:lnTo>
                    <a:pt x="771164" y="2351758"/>
                  </a:lnTo>
                  <a:lnTo>
                    <a:pt x="736899" y="2321527"/>
                  </a:lnTo>
                  <a:lnTo>
                    <a:pt x="703915" y="2289955"/>
                  </a:lnTo>
                  <a:lnTo>
                    <a:pt x="672254" y="2257090"/>
                  </a:lnTo>
                  <a:lnTo>
                    <a:pt x="641954" y="2222974"/>
                  </a:lnTo>
                  <a:lnTo>
                    <a:pt x="613056" y="2187654"/>
                  </a:lnTo>
                  <a:lnTo>
                    <a:pt x="585600" y="2151174"/>
                  </a:lnTo>
                  <a:lnTo>
                    <a:pt x="559626" y="2113579"/>
                  </a:lnTo>
                  <a:lnTo>
                    <a:pt x="535173" y="2074915"/>
                  </a:lnTo>
                  <a:lnTo>
                    <a:pt x="512282" y="2035226"/>
                  </a:lnTo>
                  <a:lnTo>
                    <a:pt x="490992" y="1994557"/>
                  </a:lnTo>
                  <a:lnTo>
                    <a:pt x="471344" y="1952953"/>
                  </a:lnTo>
                  <a:lnTo>
                    <a:pt x="453378" y="1910460"/>
                  </a:lnTo>
                  <a:lnTo>
                    <a:pt x="437133" y="1867122"/>
                  </a:lnTo>
                  <a:lnTo>
                    <a:pt x="422649" y="1822985"/>
                  </a:lnTo>
                  <a:lnTo>
                    <a:pt x="409967" y="1778092"/>
                  </a:lnTo>
                  <a:lnTo>
                    <a:pt x="399127" y="1732490"/>
                  </a:lnTo>
                  <a:lnTo>
                    <a:pt x="390168" y="1686223"/>
                  </a:lnTo>
                  <a:lnTo>
                    <a:pt x="383130" y="1639337"/>
                  </a:lnTo>
                  <a:lnTo>
                    <a:pt x="378053" y="1591876"/>
                  </a:lnTo>
                  <a:lnTo>
                    <a:pt x="374978" y="1543885"/>
                  </a:lnTo>
                  <a:lnTo>
                    <a:pt x="373944" y="1495409"/>
                  </a:lnTo>
                  <a:lnTo>
                    <a:pt x="374980" y="1446758"/>
                  </a:lnTo>
                  <a:lnTo>
                    <a:pt x="378061" y="1398637"/>
                  </a:lnTo>
                  <a:lnTo>
                    <a:pt x="383144" y="1351087"/>
                  </a:lnTo>
                  <a:lnTo>
                    <a:pt x="390187" y="1304151"/>
                  </a:lnTo>
                  <a:lnTo>
                    <a:pt x="399148" y="1257870"/>
                  </a:lnTo>
                  <a:lnTo>
                    <a:pt x="409985" y="1212287"/>
                  </a:lnTo>
                  <a:lnTo>
                    <a:pt x="422656" y="1167444"/>
                  </a:lnTo>
                  <a:lnTo>
                    <a:pt x="437119" y="1123383"/>
                  </a:lnTo>
                  <a:lnTo>
                    <a:pt x="453332" y="1080146"/>
                  </a:lnTo>
                  <a:lnTo>
                    <a:pt x="471253" y="1037774"/>
                  </a:lnTo>
                  <a:lnTo>
                    <a:pt x="490839" y="996311"/>
                  </a:lnTo>
                  <a:lnTo>
                    <a:pt x="512048" y="955798"/>
                  </a:lnTo>
                  <a:lnTo>
                    <a:pt x="534839" y="916278"/>
                  </a:lnTo>
                  <a:lnTo>
                    <a:pt x="559170" y="877792"/>
                  </a:lnTo>
                  <a:lnTo>
                    <a:pt x="584998" y="840382"/>
                  </a:lnTo>
                  <a:lnTo>
                    <a:pt x="612281" y="804091"/>
                  </a:lnTo>
                  <a:lnTo>
                    <a:pt x="640977" y="768960"/>
                  </a:lnTo>
                  <a:lnTo>
                    <a:pt x="671044" y="735032"/>
                  </a:lnTo>
                  <a:lnTo>
                    <a:pt x="702440" y="702349"/>
                  </a:lnTo>
                  <a:lnTo>
                    <a:pt x="735123" y="670953"/>
                  </a:lnTo>
                  <a:lnTo>
                    <a:pt x="769051" y="640886"/>
                  </a:lnTo>
                  <a:lnTo>
                    <a:pt x="804181" y="612190"/>
                  </a:lnTo>
                  <a:lnTo>
                    <a:pt x="840473" y="584907"/>
                  </a:lnTo>
                  <a:lnTo>
                    <a:pt x="877882" y="559079"/>
                  </a:lnTo>
                  <a:lnTo>
                    <a:pt x="916369" y="534749"/>
                  </a:lnTo>
                  <a:lnTo>
                    <a:pt x="955889" y="511958"/>
                  </a:lnTo>
                  <a:lnTo>
                    <a:pt x="996402" y="490748"/>
                  </a:lnTo>
                  <a:lnTo>
                    <a:pt x="1037865" y="471162"/>
                  </a:lnTo>
                  <a:lnTo>
                    <a:pt x="1080236" y="453241"/>
                  </a:lnTo>
                  <a:lnTo>
                    <a:pt x="1123474" y="437028"/>
                  </a:lnTo>
                  <a:lnTo>
                    <a:pt x="1167535" y="422565"/>
                  </a:lnTo>
                  <a:lnTo>
                    <a:pt x="1212378" y="409894"/>
                  </a:lnTo>
                  <a:lnTo>
                    <a:pt x="1257961" y="399057"/>
                  </a:lnTo>
                  <a:lnTo>
                    <a:pt x="1304242" y="390096"/>
                  </a:lnTo>
                  <a:lnTo>
                    <a:pt x="1351178" y="383053"/>
                  </a:lnTo>
                  <a:lnTo>
                    <a:pt x="1398728" y="377970"/>
                  </a:lnTo>
                  <a:lnTo>
                    <a:pt x="1446849" y="374889"/>
                  </a:lnTo>
                  <a:lnTo>
                    <a:pt x="1495500" y="373853"/>
                  </a:lnTo>
                  <a:lnTo>
                    <a:pt x="1495499" y="0"/>
                  </a:lnTo>
                  <a:close/>
                </a:path>
              </a:pathLst>
            </a:custGeom>
            <a:solidFill>
              <a:srgbClr val="1382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4546691" y="4019532"/>
              <a:ext cx="790575" cy="451484"/>
            </a:xfrm>
            <a:custGeom>
              <a:rect b="b" l="l" r="r" t="t"/>
              <a:pathLst>
                <a:path extrusionOk="0" h="451485" w="790575">
                  <a:moveTo>
                    <a:pt x="0" y="451350"/>
                  </a:moveTo>
                  <a:lnTo>
                    <a:pt x="732444" y="0"/>
                  </a:lnTo>
                  <a:lnTo>
                    <a:pt x="790102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2118812" y="3295158"/>
              <a:ext cx="561975" cy="1065530"/>
            </a:xfrm>
            <a:custGeom>
              <a:rect b="b" l="l" r="r" t="t"/>
              <a:pathLst>
                <a:path extrusionOk="0" h="1065529" w="561975">
                  <a:moveTo>
                    <a:pt x="561892" y="1065187"/>
                  </a:moveTo>
                  <a:lnTo>
                    <a:pt x="57460" y="0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6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" name="Google Shape;561;p22"/>
          <p:cNvSpPr txBox="1"/>
          <p:nvPr/>
        </p:nvSpPr>
        <p:spPr>
          <a:xfrm>
            <a:off x="5362194" y="3871467"/>
            <a:ext cx="8858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9077, 52%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2"/>
          <p:cNvSpPr txBox="1"/>
          <p:nvPr/>
        </p:nvSpPr>
        <p:spPr>
          <a:xfrm>
            <a:off x="1208159" y="3146044"/>
            <a:ext cx="88582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8418, 48%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2"/>
          <p:cNvSpPr txBox="1"/>
          <p:nvPr/>
        </p:nvSpPr>
        <p:spPr>
          <a:xfrm>
            <a:off x="3301322" y="4226052"/>
            <a:ext cx="715645" cy="455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87630" lvl="0" marL="12700" marR="5080" rtl="0" algn="l">
              <a:lnSpc>
                <a:spcPct val="10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Instant Bookable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2"/>
          <p:cNvSpPr txBox="1"/>
          <p:nvPr/>
        </p:nvSpPr>
        <p:spPr>
          <a:xfrm>
            <a:off x="2226467" y="4287011"/>
            <a:ext cx="28003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 txBox="1"/>
          <p:nvPr/>
        </p:nvSpPr>
        <p:spPr>
          <a:xfrm>
            <a:off x="4644405" y="4302252"/>
            <a:ext cx="25717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2"/>
          <p:cNvSpPr txBox="1"/>
          <p:nvPr/>
        </p:nvSpPr>
        <p:spPr>
          <a:xfrm>
            <a:off x="1115567" y="1760240"/>
            <a:ext cx="7429500" cy="304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Insight #13: Listing that is instant bookable tend to have more reviews.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7" name="Google Shape;567;p22"/>
          <p:cNvGraphicFramePr/>
          <p:nvPr/>
        </p:nvGraphicFramePr>
        <p:xfrm>
          <a:off x="5390548" y="47386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{E145C8C8-A39E-4A7E-B5B9-2740D2D3B551}</a:tableStyleId>
              </a:tblPr>
              <a:tblGrid>
                <a:gridCol w="1122675"/>
                <a:gridCol w="1057900"/>
                <a:gridCol w="1664975"/>
              </a:tblGrid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79375" marR="0" rtl="0" algn="l">
                        <a:lnSpc>
                          <a:spcPct val="12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price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0" marL="0"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" marR="0" rtl="0" algn="l">
                        <a:lnSpc>
                          <a:spcPct val="12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reviews per month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0" marL="0">
                    <a:lnR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82AC"/>
                    </a:solidFill>
                  </a:tcPr>
                </a:tc>
              </a:tr>
              <a:tr h="375275">
                <a:tc>
                  <a:txBody>
                    <a:bodyPr/>
                    <a:lstStyle/>
                    <a:p>
                      <a:pPr indent="0" lvl="0" marL="9525" marR="416559" rtl="0" algn="l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instant bookable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0" marL="0">
                    <a:lnL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190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1790.49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317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R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625">
                <a:tc>
                  <a:txBody>
                    <a:bodyPr/>
                    <a:lstStyle/>
                    <a:p>
                      <a:pPr indent="0" lvl="0" marL="95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Instant bookable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1775" marB="0" marR="0" marL="0">
                    <a:lnL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1702.50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1775" marB="0" marR="0" marL="0"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1775" marB="0" marR="0" marL="0">
                    <a:lnR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AD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72" name="Google Shape;572;p23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RECOMMENDATIONS</a:t>
            </a:r>
            <a:endParaRPr/>
          </a:p>
        </p:txBody>
      </p:sp>
      <p:sp>
        <p:nvSpPr>
          <p:cNvPr id="573" name="Google Shape;573;p23"/>
          <p:cNvSpPr txBox="1"/>
          <p:nvPr>
            <p:ph idx="1" type="body"/>
          </p:nvPr>
        </p:nvSpPr>
        <p:spPr>
          <a:xfrm>
            <a:off x="1057147" y="2268220"/>
            <a:ext cx="9587865" cy="38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-127000" lvl="0" marL="104139" marR="578485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Noto Sans Symbols"/>
              <a:buChar char="❑"/>
            </a:pPr>
            <a:r>
              <a:rPr lang="en-US"/>
              <a:t>	Room type, stay term, region, #bedrooms, #bathrooms, accommodates </a:t>
            </a: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are reliable factors to take into account when setting your price.</a:t>
            </a:r>
            <a:endParaRPr/>
          </a:p>
          <a:p>
            <a:pPr indent="-127000" lvl="0" marL="104139" marR="296545" rtl="0" algn="l">
              <a:lnSpc>
                <a:spcPct val="105499"/>
              </a:lnSpc>
              <a:spcBef>
                <a:spcPts val="148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Noto Sans Symbols"/>
              <a:buChar char="❑"/>
            </a:pPr>
            <a:r>
              <a:rPr lang="en-US"/>
              <a:t>	Allowing short-term stay </a:t>
            </a: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could boost your listing popularity and revenue, especially for entire home and private room.</a:t>
            </a:r>
            <a:endParaRPr/>
          </a:p>
          <a:p>
            <a:pPr indent="-127000" lvl="0" marL="104139" marR="5080" rtl="0" algn="l">
              <a:lnSpc>
                <a:spcPct val="104499"/>
              </a:lnSpc>
              <a:spcBef>
                <a:spcPts val="151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Noto Sans Symbols"/>
              <a:buChar char="❑"/>
            </a:pPr>
            <a:r>
              <a:rPr lang="en-US"/>
              <a:t>	Pricing slightly lower than regional average </a:t>
            </a: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is better to ensure revenue as there are many listings with no review having above average price across room types and regions.</a:t>
            </a:r>
            <a:endParaRPr/>
          </a:p>
          <a:p>
            <a:pPr indent="-127000" lvl="0" marL="104139" marR="515620" rtl="0" algn="l">
              <a:lnSpc>
                <a:spcPct val="110500"/>
              </a:lnSpc>
              <a:spcBef>
                <a:spcPts val="141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Noto Sans Symbols"/>
              <a:buChar char="❑"/>
            </a:pPr>
            <a:r>
              <a:rPr lang="en-US"/>
              <a:t>	Using districts’ average price as a reference </a:t>
            </a: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is unreliable for the less popular districts because of smaller sample size.</a:t>
            </a:r>
            <a:endParaRPr/>
          </a:p>
          <a:p>
            <a:pPr indent="-127000" lvl="0" marL="104139" marR="63500" rtl="0" algn="l">
              <a:lnSpc>
                <a:spcPct val="109000"/>
              </a:lnSpc>
              <a:spcBef>
                <a:spcPts val="1315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Noto Sans Symbols"/>
              <a:buChar char="❑"/>
            </a:pPr>
            <a:r>
              <a:rPr lang="en-US"/>
              <a:t>	Verify identity now </a:t>
            </a: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/>
              <a:t>aim to be a super host </a:t>
            </a: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in a long run. Verified hosts have </a:t>
            </a:r>
            <a:r>
              <a:rPr b="0" lang="en-US" u="sng">
                <a:latin typeface="Calibri"/>
                <a:ea typeface="Calibri"/>
                <a:cs typeface="Calibri"/>
                <a:sym typeface="Calibri"/>
              </a:rPr>
              <a:t>15 times</a:t>
            </a: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 more reviews than non-verified ones.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78" name="Google Shape;578;p24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RECOMMENDATIONS: PRICING MODEL</a:t>
            </a:r>
            <a:endParaRPr/>
          </a:p>
        </p:txBody>
      </p:sp>
      <p:sp>
        <p:nvSpPr>
          <p:cNvPr id="579" name="Google Shape;579;p24"/>
          <p:cNvSpPr txBox="1"/>
          <p:nvPr/>
        </p:nvSpPr>
        <p:spPr>
          <a:xfrm>
            <a:off x="1368700" y="3515754"/>
            <a:ext cx="4404995" cy="965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Arial"/>
                <a:ea typeface="Arial"/>
                <a:cs typeface="Arial"/>
                <a:sym typeface="Arial"/>
              </a:rPr>
              <a:t>Suggested Price Range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(*already include 6-18% guest side service fee)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4"/>
          <p:cNvSpPr txBox="1"/>
          <p:nvPr/>
        </p:nvSpPr>
        <p:spPr>
          <a:xfrm>
            <a:off x="7255531" y="2531364"/>
            <a:ext cx="2349500" cy="2766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950">
            <a:spAutoFit/>
          </a:bodyPr>
          <a:lstStyle/>
          <a:p>
            <a:pPr indent="0" lvl="0" marL="0" marR="838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Room Type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+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Region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+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Bedrooms &amp; Bathrooms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+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Accommodates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5884164" y="2714020"/>
            <a:ext cx="895350" cy="2643505"/>
          </a:xfrm>
          <a:custGeom>
            <a:rect b="b" l="l" r="r" t="t"/>
            <a:pathLst>
              <a:path extrusionOk="0" h="2643504" w="895350">
                <a:moveTo>
                  <a:pt x="894813" y="2643423"/>
                </a:moveTo>
                <a:lnTo>
                  <a:pt x="854089" y="2640916"/>
                </a:lnTo>
                <a:lnTo>
                  <a:pt x="814390" y="2633542"/>
                </a:lnTo>
                <a:lnTo>
                  <a:pt x="775874" y="2621515"/>
                </a:lnTo>
                <a:lnTo>
                  <a:pt x="738697" y="2605053"/>
                </a:lnTo>
                <a:lnTo>
                  <a:pt x="703019" y="2584373"/>
                </a:lnTo>
                <a:lnTo>
                  <a:pt x="668997" y="2559690"/>
                </a:lnTo>
                <a:lnTo>
                  <a:pt x="636789" y="2531221"/>
                </a:lnTo>
                <a:lnTo>
                  <a:pt x="606553" y="2499183"/>
                </a:lnTo>
                <a:lnTo>
                  <a:pt x="578447" y="2463793"/>
                </a:lnTo>
                <a:lnTo>
                  <a:pt x="552629" y="2425266"/>
                </a:lnTo>
                <a:lnTo>
                  <a:pt x="529257" y="2383819"/>
                </a:lnTo>
                <a:lnTo>
                  <a:pt x="508489" y="2339669"/>
                </a:lnTo>
                <a:lnTo>
                  <a:pt x="490482" y="2293033"/>
                </a:lnTo>
                <a:lnTo>
                  <a:pt x="475396" y="2244126"/>
                </a:lnTo>
                <a:lnTo>
                  <a:pt x="463386" y="2193166"/>
                </a:lnTo>
                <a:lnTo>
                  <a:pt x="454613" y="2140368"/>
                </a:lnTo>
                <a:lnTo>
                  <a:pt x="449233" y="2085950"/>
                </a:lnTo>
                <a:lnTo>
                  <a:pt x="447405" y="2030128"/>
                </a:lnTo>
                <a:lnTo>
                  <a:pt x="447407" y="1935006"/>
                </a:lnTo>
                <a:lnTo>
                  <a:pt x="445579" y="1879183"/>
                </a:lnTo>
                <a:lnTo>
                  <a:pt x="440199" y="1824765"/>
                </a:lnTo>
                <a:lnTo>
                  <a:pt x="431426" y="1771968"/>
                </a:lnTo>
                <a:lnTo>
                  <a:pt x="419416" y="1721007"/>
                </a:lnTo>
                <a:lnTo>
                  <a:pt x="404330" y="1672101"/>
                </a:lnTo>
                <a:lnTo>
                  <a:pt x="386323" y="1625464"/>
                </a:lnTo>
                <a:lnTo>
                  <a:pt x="365555" y="1581314"/>
                </a:lnTo>
                <a:lnTo>
                  <a:pt x="342183" y="1539868"/>
                </a:lnTo>
                <a:lnTo>
                  <a:pt x="316365" y="1501341"/>
                </a:lnTo>
                <a:lnTo>
                  <a:pt x="288259" y="1465950"/>
                </a:lnTo>
                <a:lnTo>
                  <a:pt x="258023" y="1433912"/>
                </a:lnTo>
                <a:lnTo>
                  <a:pt x="225815" y="1405443"/>
                </a:lnTo>
                <a:lnTo>
                  <a:pt x="191793" y="1380760"/>
                </a:lnTo>
                <a:lnTo>
                  <a:pt x="156115" y="1360080"/>
                </a:lnTo>
                <a:lnTo>
                  <a:pt x="118938" y="1343618"/>
                </a:lnTo>
                <a:lnTo>
                  <a:pt x="80422" y="1331592"/>
                </a:lnTo>
                <a:lnTo>
                  <a:pt x="40723" y="1324217"/>
                </a:lnTo>
                <a:lnTo>
                  <a:pt x="0" y="1321711"/>
                </a:lnTo>
                <a:lnTo>
                  <a:pt x="40723" y="1319204"/>
                </a:lnTo>
                <a:lnTo>
                  <a:pt x="80422" y="1311830"/>
                </a:lnTo>
                <a:lnTo>
                  <a:pt x="118938" y="1299803"/>
                </a:lnTo>
                <a:lnTo>
                  <a:pt x="156115" y="1283341"/>
                </a:lnTo>
                <a:lnTo>
                  <a:pt x="191793" y="1262661"/>
                </a:lnTo>
                <a:lnTo>
                  <a:pt x="225815" y="1237978"/>
                </a:lnTo>
                <a:lnTo>
                  <a:pt x="258023" y="1209509"/>
                </a:lnTo>
                <a:lnTo>
                  <a:pt x="288259" y="1177471"/>
                </a:lnTo>
                <a:lnTo>
                  <a:pt x="316365" y="1142081"/>
                </a:lnTo>
                <a:lnTo>
                  <a:pt x="342183" y="1103554"/>
                </a:lnTo>
                <a:lnTo>
                  <a:pt x="365555" y="1062107"/>
                </a:lnTo>
                <a:lnTo>
                  <a:pt x="386323" y="1017958"/>
                </a:lnTo>
                <a:lnTo>
                  <a:pt x="404330" y="971321"/>
                </a:lnTo>
                <a:lnTo>
                  <a:pt x="419416" y="922414"/>
                </a:lnTo>
                <a:lnTo>
                  <a:pt x="431426" y="871454"/>
                </a:lnTo>
                <a:lnTo>
                  <a:pt x="440199" y="818657"/>
                </a:lnTo>
                <a:lnTo>
                  <a:pt x="445579" y="764238"/>
                </a:lnTo>
                <a:lnTo>
                  <a:pt x="447407" y="708416"/>
                </a:lnTo>
                <a:lnTo>
                  <a:pt x="447407" y="613294"/>
                </a:lnTo>
                <a:lnTo>
                  <a:pt x="449236" y="557472"/>
                </a:lnTo>
                <a:lnTo>
                  <a:pt x="454616" y="503054"/>
                </a:lnTo>
                <a:lnTo>
                  <a:pt x="463389" y="450256"/>
                </a:lnTo>
                <a:lnTo>
                  <a:pt x="475398" y="399296"/>
                </a:lnTo>
                <a:lnTo>
                  <a:pt x="490485" y="350389"/>
                </a:lnTo>
                <a:lnTo>
                  <a:pt x="508492" y="303753"/>
                </a:lnTo>
                <a:lnTo>
                  <a:pt x="529260" y="259603"/>
                </a:lnTo>
                <a:lnTo>
                  <a:pt x="552632" y="218156"/>
                </a:lnTo>
                <a:lnTo>
                  <a:pt x="578450" y="179629"/>
                </a:lnTo>
                <a:lnTo>
                  <a:pt x="606556" y="144239"/>
                </a:lnTo>
                <a:lnTo>
                  <a:pt x="636792" y="112201"/>
                </a:lnTo>
                <a:lnTo>
                  <a:pt x="669000" y="83732"/>
                </a:lnTo>
                <a:lnTo>
                  <a:pt x="703022" y="59049"/>
                </a:lnTo>
                <a:lnTo>
                  <a:pt x="738700" y="38369"/>
                </a:lnTo>
                <a:lnTo>
                  <a:pt x="775877" y="21907"/>
                </a:lnTo>
                <a:lnTo>
                  <a:pt x="814393" y="9881"/>
                </a:lnTo>
                <a:lnTo>
                  <a:pt x="854092" y="2506"/>
                </a:lnTo>
                <a:lnTo>
                  <a:pt x="894815" y="0"/>
                </a:lnTo>
              </a:path>
            </a:pathLst>
          </a:custGeom>
          <a:noFill/>
          <a:ln cap="flat" cmpd="sng" w="7620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86" name="Google Shape;586;p25"/>
          <p:cNvSpPr txBox="1"/>
          <p:nvPr>
            <p:ph type="title"/>
          </p:nvPr>
        </p:nvSpPr>
        <p:spPr>
          <a:xfrm>
            <a:off x="964321" y="809244"/>
            <a:ext cx="996188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RECOMMENDATIONS: PRICING MODEL</a:t>
            </a:r>
            <a:endParaRPr/>
          </a:p>
        </p:txBody>
      </p:sp>
      <p:sp>
        <p:nvSpPr>
          <p:cNvPr id="587" name="Google Shape;587;p25"/>
          <p:cNvSpPr txBox="1"/>
          <p:nvPr/>
        </p:nvSpPr>
        <p:spPr>
          <a:xfrm>
            <a:off x="4311092" y="1941722"/>
            <a:ext cx="3268200" cy="48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55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“Suggested Price Range”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" rtl="0" algn="ctr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+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" rtl="0" algn="ctr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Service Fee (host-side;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3%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+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" rtl="0" algn="ctr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Cleaning Fee (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300-600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398780" lvl="0" marL="1134110" marR="1123950" rtl="0" algn="l">
              <a:lnSpc>
                <a:spcPct val="167083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+ Tax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(7%)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952" cy="6845807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6"/>
          <p:cNvSpPr txBox="1"/>
          <p:nvPr/>
        </p:nvSpPr>
        <p:spPr>
          <a:xfrm>
            <a:off x="725258" y="2992119"/>
            <a:ext cx="2690495" cy="680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FINAL REMARKS</a:t>
            </a:r>
            <a:endParaRPr sz="4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4649645" y="1828800"/>
            <a:ext cx="0" cy="3200400"/>
          </a:xfrm>
          <a:custGeom>
            <a:rect b="b" l="l" r="r" t="t"/>
            <a:pathLst>
              <a:path extrusionOk="0" h="3200400" w="120000">
                <a:moveTo>
                  <a:pt x="0" y="0"/>
                </a:moveTo>
                <a:lnTo>
                  <a:pt x="0" y="3200400"/>
                </a:lnTo>
              </a:path>
            </a:pathLst>
          </a:custGeom>
          <a:noFill/>
          <a:ln cap="flat" cmpd="sng" w="19050">
            <a:solidFill>
              <a:srgbClr val="1482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6"/>
          <p:cNvSpPr txBox="1"/>
          <p:nvPr/>
        </p:nvSpPr>
        <p:spPr>
          <a:xfrm>
            <a:off x="5004390" y="1984755"/>
            <a:ext cx="6374765" cy="2680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0">
            <a:spAutoFit/>
          </a:bodyPr>
          <a:lstStyle/>
          <a:p>
            <a:pPr indent="-202565" lvl="0" marL="21526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200"/>
              <a:buFont typeface="Noto Sans Symbols"/>
              <a:buChar char="▪"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Suggested price </a:t>
            </a: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range should be taken as a </a:t>
            </a:r>
            <a:r>
              <a:rPr lang="en-US" sz="22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guideline</a:t>
            </a: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139700" lvl="0" marL="104139" marR="192405" rtl="0" algn="just">
              <a:lnSpc>
                <a:spcPct val="109090"/>
              </a:lnSpc>
              <a:spcBef>
                <a:spcPts val="1435"/>
              </a:spcBef>
              <a:spcAft>
                <a:spcPts val="0"/>
              </a:spcAft>
              <a:buClr>
                <a:srgbClr val="1CADE4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Certain </a:t>
            </a: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amenities </a:t>
            </a: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 have strong influence on price (further analysis needed).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139700" lvl="0" marL="104139" marR="5080" rtl="0" algn="just">
              <a:lnSpc>
                <a:spcPct val="109090"/>
              </a:lnSpc>
              <a:spcBef>
                <a:spcPts val="1320"/>
              </a:spcBef>
              <a:spcAft>
                <a:spcPts val="0"/>
              </a:spcAft>
              <a:buClr>
                <a:srgbClr val="1CADE4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Other factors (outside of the dataset) such as property photos, room size, proximity to MRT or tourist landmarks, etc. could have strong correlation with price and number of bookings.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2026-09-22T00:39:02Z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2024-02-14T00:00:00Z</vt:filetime>
  </property>
  <property fmtid="{D5CDD505-2E9C-101B-9397-08002B2CF9AE}" pid="4" name="LastSaved">
    <vt:filetime>2026-09-22T00:00:00Z</vt:filetime>
  </property>
  <property fmtid="{D5CDD505-2E9C-101B-9397-08002B2CF9AE}" pid="5" name="Producer">
    <vt:lpwstr>macOS Version 13.4.1 (c) (Build 22F770820d) Quartz PDFContext</vt:lpwstr>
  </property>
</Properties>
</file>